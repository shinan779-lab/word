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76706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7558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89280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51002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12724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74446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36168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97890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59612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334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30568" y="1828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5836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7558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9280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002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2724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446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6168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7890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59612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334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30568" y="47091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7558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9280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51002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12724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74446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6168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97890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9612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334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30568" y="92354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5836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7558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89280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51002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2724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74446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6168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97890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59612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21334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30568" y="137617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36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27558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89280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1002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12724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74446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436168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97890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59612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21334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830568" y="1828800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5836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27558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89280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251002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12724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74446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36168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97890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59612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21334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830568" y="228142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5836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27558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89280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251002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312724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374446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36168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497890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59612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21334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830568" y="273405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5836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27558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89280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251002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312724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374446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436168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497890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59612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21334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830568" y="3186684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65836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27558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189280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251002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12724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374446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6168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97890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559612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621334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6830568" y="3639312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65836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127558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89280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251002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312724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374446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36168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497890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59612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621334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830568" y="409193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5836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127558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189280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51002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312724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374446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436168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497890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559612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21334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830568" y="4544568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65836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27558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89280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251002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312724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374446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6168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97890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59612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621334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6830568" y="499719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65836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27558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189280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251002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312724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374446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436168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497890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59612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621334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6830568" y="544982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65836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127558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189280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51002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12724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74446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436168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497890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559612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1334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830568" y="5902451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5836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27558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89280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251002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312724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374446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436168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497890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59612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621334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6830568" y="6355079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65836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27558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89280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251002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312724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374446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436168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497890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559612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621334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6830568" y="6807707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65836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127558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189280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251002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12724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74446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36168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97890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559612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621334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6830568" y="7260336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65836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127558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189280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251002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312724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374446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36168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497890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59612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621334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6830568" y="7712963"/>
            <a:ext cx="617220" cy="452628"/>
          </a:xfrm>
          <a:prstGeom prst="rect">
            <a:avLst/>
          </a:prstGeom>
          <a:solidFill>
            <a:srgbClr val="FFFFFF"/>
          </a:solidFill>
          <a:ln w="9525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 rot="16200000">
            <a:off x="45720" y="18288"/>
            <a:ext cx="612648" cy="135788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141414"/>
                </a:solidFill>
                <a:latin typeface="Times New Roman"/>
              </a:rPr>
              <a:t>SPEI−30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7447788" y="18288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PC1</a:t>
            </a:r>
          </a:p>
        </p:txBody>
      </p:sp>
      <p:sp>
        <p:nvSpPr>
          <p:cNvPr id="202" name="Rectangle 201"/>
          <p:cNvSpPr/>
          <p:nvPr/>
        </p:nvSpPr>
        <p:spPr>
          <a:xfrm>
            <a:off x="7447788" y="470916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PC2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447788" y="923544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PC3</a:t>
            </a:r>
          </a:p>
        </p:txBody>
      </p:sp>
      <p:sp>
        <p:nvSpPr>
          <p:cNvPr id="204" name="Rectangle 203"/>
          <p:cNvSpPr/>
          <p:nvPr/>
        </p:nvSpPr>
        <p:spPr>
          <a:xfrm rot="16200000">
            <a:off x="45720" y="1376172"/>
            <a:ext cx="612648" cy="135788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141414"/>
                </a:solidFill>
                <a:latin typeface="Times New Roman"/>
              </a:rPr>
              <a:t>SPEI−60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7447788" y="1376172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PC1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7447788" y="1828800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PC2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7447788" y="2281428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PC3</a:t>
            </a:r>
          </a:p>
        </p:txBody>
      </p:sp>
      <p:sp>
        <p:nvSpPr>
          <p:cNvPr id="208" name="Rectangle 207"/>
          <p:cNvSpPr/>
          <p:nvPr/>
        </p:nvSpPr>
        <p:spPr>
          <a:xfrm rot="16200000">
            <a:off x="45720" y="2734056"/>
            <a:ext cx="612648" cy="135788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141414"/>
                </a:solidFill>
                <a:latin typeface="Times New Roman"/>
              </a:rPr>
              <a:t>SPEI−90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7447788" y="2734056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PC1</a:t>
            </a:r>
          </a:p>
        </p:txBody>
      </p:sp>
      <p:sp>
        <p:nvSpPr>
          <p:cNvPr id="210" name="Rectangle 209"/>
          <p:cNvSpPr/>
          <p:nvPr/>
        </p:nvSpPr>
        <p:spPr>
          <a:xfrm>
            <a:off x="7447788" y="3186684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PC2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7447788" y="3639311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PC3</a:t>
            </a:r>
          </a:p>
        </p:txBody>
      </p:sp>
      <p:sp>
        <p:nvSpPr>
          <p:cNvPr id="212" name="Rectangle 211"/>
          <p:cNvSpPr/>
          <p:nvPr/>
        </p:nvSpPr>
        <p:spPr>
          <a:xfrm rot="16200000">
            <a:off x="45720" y="4091939"/>
            <a:ext cx="612648" cy="135788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141414"/>
                </a:solidFill>
                <a:latin typeface="Times New Roman"/>
              </a:rPr>
              <a:t>SPEI−180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7447788" y="4091939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PC1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7447788" y="4544568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PC2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7447788" y="4997196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PC3</a:t>
            </a:r>
          </a:p>
        </p:txBody>
      </p:sp>
      <p:sp>
        <p:nvSpPr>
          <p:cNvPr id="216" name="Rectangle 215"/>
          <p:cNvSpPr/>
          <p:nvPr/>
        </p:nvSpPr>
        <p:spPr>
          <a:xfrm rot="16200000">
            <a:off x="45720" y="5449823"/>
            <a:ext cx="612648" cy="135788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141414"/>
                </a:solidFill>
                <a:latin typeface="Times New Roman"/>
              </a:rPr>
              <a:t>SPEI−270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447788" y="5449823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PC1</a:t>
            </a:r>
          </a:p>
        </p:txBody>
      </p:sp>
      <p:sp>
        <p:nvSpPr>
          <p:cNvPr id="218" name="Rectangle 217"/>
          <p:cNvSpPr/>
          <p:nvPr/>
        </p:nvSpPr>
        <p:spPr>
          <a:xfrm>
            <a:off x="7447788" y="5902451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PC2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447788" y="6355079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PC3</a:t>
            </a:r>
          </a:p>
        </p:txBody>
      </p:sp>
      <p:sp>
        <p:nvSpPr>
          <p:cNvPr id="220" name="Rectangle 219"/>
          <p:cNvSpPr/>
          <p:nvPr/>
        </p:nvSpPr>
        <p:spPr>
          <a:xfrm rot="16200000">
            <a:off x="45720" y="6807707"/>
            <a:ext cx="612648" cy="1357884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>
                <a:solidFill>
                  <a:srgbClr val="141414"/>
                </a:solidFill>
                <a:latin typeface="Times New Roman"/>
              </a:rPr>
              <a:t>SPEI−360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7447788" y="6807707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PC1</a:t>
            </a:r>
          </a:p>
        </p:txBody>
      </p:sp>
      <p:sp>
        <p:nvSpPr>
          <p:cNvPr id="222" name="Rectangle 221"/>
          <p:cNvSpPr/>
          <p:nvPr/>
        </p:nvSpPr>
        <p:spPr>
          <a:xfrm>
            <a:off x="7447788" y="7260336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PC2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7447788" y="7712963"/>
            <a:ext cx="603504" cy="452628"/>
          </a:xfrm>
          <a:prstGeom prst="rect">
            <a:avLst/>
          </a:prstGeom>
          <a:solidFill>
            <a:srgbClr val="FFFFFF"/>
          </a:solidFill>
          <a:ln w="1143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PC3</a:t>
            </a:r>
          </a:p>
        </p:txBody>
      </p:sp>
      <p:sp>
        <p:nvSpPr>
          <p:cNvPr id="224" name="Oval 223"/>
          <p:cNvSpPr/>
          <p:nvPr/>
        </p:nvSpPr>
        <p:spPr>
          <a:xfrm>
            <a:off x="779526" y="5715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396746" y="5715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013966" y="5715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631186" y="5715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248406" y="5715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865626" y="5715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482846" y="5715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5100066" y="5715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717286" y="5715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6334506" y="57150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4" name="Connector 233"/>
          <p:cNvCxnSpPr/>
          <p:nvPr/>
        </p:nvCxnSpPr>
        <p:spPr>
          <a:xfrm flipV="1">
            <a:off x="6300597" y="260985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5" name="Connector 234"/>
          <p:cNvCxnSpPr/>
          <p:nvPr/>
        </p:nvCxnSpPr>
        <p:spPr>
          <a:xfrm flipV="1">
            <a:off x="6333368" y="184028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6" name="Connector 235"/>
          <p:cNvCxnSpPr/>
          <p:nvPr/>
        </p:nvCxnSpPr>
        <p:spPr>
          <a:xfrm flipV="1">
            <a:off x="6380423" y="121355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7" name="Connector 236"/>
          <p:cNvCxnSpPr/>
          <p:nvPr/>
        </p:nvCxnSpPr>
        <p:spPr>
          <a:xfrm flipV="1">
            <a:off x="6439132" y="70336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8" name="Connector 237"/>
          <p:cNvCxnSpPr/>
          <p:nvPr/>
        </p:nvCxnSpPr>
        <p:spPr>
          <a:xfrm flipV="1">
            <a:off x="6510691" y="32167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9" name="Oval 238"/>
          <p:cNvSpPr/>
          <p:nvPr/>
        </p:nvSpPr>
        <p:spPr>
          <a:xfrm>
            <a:off x="6951726" y="5715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77952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39674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201396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263118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324840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386562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4482846" y="50977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5100066" y="50977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5717286" y="509778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49" name="Connector 248"/>
          <p:cNvCxnSpPr/>
          <p:nvPr/>
        </p:nvCxnSpPr>
        <p:spPr>
          <a:xfrm flipV="1">
            <a:off x="5683377" y="713613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Connector 249"/>
          <p:cNvCxnSpPr/>
          <p:nvPr/>
        </p:nvCxnSpPr>
        <p:spPr>
          <a:xfrm flipV="1">
            <a:off x="5716148" y="636656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1" name="Connector 250"/>
          <p:cNvCxnSpPr/>
          <p:nvPr/>
        </p:nvCxnSpPr>
        <p:spPr>
          <a:xfrm flipV="1">
            <a:off x="5763203" y="573983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2" name="Connector 251"/>
          <p:cNvCxnSpPr/>
          <p:nvPr/>
        </p:nvCxnSpPr>
        <p:spPr>
          <a:xfrm flipV="1">
            <a:off x="5821912" y="522964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3" name="Connector 252"/>
          <p:cNvCxnSpPr/>
          <p:nvPr/>
        </p:nvCxnSpPr>
        <p:spPr>
          <a:xfrm flipV="1">
            <a:off x="5893471" y="484795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4" name="Oval 253"/>
          <p:cNvSpPr/>
          <p:nvPr/>
        </p:nvSpPr>
        <p:spPr>
          <a:xfrm>
            <a:off x="633450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6951726" y="50977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77952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39674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201396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263118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324840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386562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448284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510006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5717286" y="96240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6334506" y="96240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6951726" y="96240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Oval 266"/>
          <p:cNvSpPr/>
          <p:nvPr/>
        </p:nvSpPr>
        <p:spPr>
          <a:xfrm>
            <a:off x="779526" y="141503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Oval 267"/>
          <p:cNvSpPr/>
          <p:nvPr/>
        </p:nvSpPr>
        <p:spPr>
          <a:xfrm>
            <a:off x="1396746" y="141503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Oval 268"/>
          <p:cNvSpPr/>
          <p:nvPr/>
        </p:nvSpPr>
        <p:spPr>
          <a:xfrm>
            <a:off x="2013966" y="141503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Oval 269"/>
          <p:cNvSpPr/>
          <p:nvPr/>
        </p:nvSpPr>
        <p:spPr>
          <a:xfrm>
            <a:off x="2631186" y="141503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Oval 270"/>
          <p:cNvSpPr/>
          <p:nvPr/>
        </p:nvSpPr>
        <p:spPr>
          <a:xfrm>
            <a:off x="3248406" y="141503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Oval 271"/>
          <p:cNvSpPr/>
          <p:nvPr/>
        </p:nvSpPr>
        <p:spPr>
          <a:xfrm>
            <a:off x="3865626" y="141503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Oval 272"/>
          <p:cNvSpPr/>
          <p:nvPr/>
        </p:nvSpPr>
        <p:spPr>
          <a:xfrm>
            <a:off x="4482846" y="1415034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Oval 273"/>
          <p:cNvSpPr/>
          <p:nvPr/>
        </p:nvSpPr>
        <p:spPr>
          <a:xfrm>
            <a:off x="5100066" y="1415034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Oval 274"/>
          <p:cNvSpPr/>
          <p:nvPr/>
        </p:nvSpPr>
        <p:spPr>
          <a:xfrm>
            <a:off x="5717286" y="1415034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Oval 275"/>
          <p:cNvSpPr/>
          <p:nvPr/>
        </p:nvSpPr>
        <p:spPr>
          <a:xfrm>
            <a:off x="6334506" y="1415034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77" name="Connector 276"/>
          <p:cNvCxnSpPr/>
          <p:nvPr/>
        </p:nvCxnSpPr>
        <p:spPr>
          <a:xfrm flipV="1">
            <a:off x="6300597" y="161886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8" name="Connector 277"/>
          <p:cNvCxnSpPr/>
          <p:nvPr/>
        </p:nvCxnSpPr>
        <p:spPr>
          <a:xfrm flipV="1">
            <a:off x="6333368" y="154191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9" name="Connector 278"/>
          <p:cNvCxnSpPr/>
          <p:nvPr/>
        </p:nvCxnSpPr>
        <p:spPr>
          <a:xfrm flipV="1">
            <a:off x="6380423" y="147923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0" name="Connector 279"/>
          <p:cNvCxnSpPr/>
          <p:nvPr/>
        </p:nvCxnSpPr>
        <p:spPr>
          <a:xfrm flipV="1">
            <a:off x="6439132" y="142822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1" name="Connector 280"/>
          <p:cNvCxnSpPr/>
          <p:nvPr/>
        </p:nvCxnSpPr>
        <p:spPr>
          <a:xfrm flipV="1">
            <a:off x="6510691" y="139005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2" name="Oval 281"/>
          <p:cNvSpPr/>
          <p:nvPr/>
        </p:nvSpPr>
        <p:spPr>
          <a:xfrm>
            <a:off x="6951726" y="1415034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Oval 282"/>
          <p:cNvSpPr/>
          <p:nvPr/>
        </p:nvSpPr>
        <p:spPr>
          <a:xfrm>
            <a:off x="77952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Oval 283"/>
          <p:cNvSpPr/>
          <p:nvPr/>
        </p:nvSpPr>
        <p:spPr>
          <a:xfrm>
            <a:off x="139674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Oval 284"/>
          <p:cNvSpPr/>
          <p:nvPr/>
        </p:nvSpPr>
        <p:spPr>
          <a:xfrm>
            <a:off x="201396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Oval 285"/>
          <p:cNvSpPr/>
          <p:nvPr/>
        </p:nvSpPr>
        <p:spPr>
          <a:xfrm>
            <a:off x="263118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Oval 286"/>
          <p:cNvSpPr/>
          <p:nvPr/>
        </p:nvSpPr>
        <p:spPr>
          <a:xfrm>
            <a:off x="324840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Oval 287"/>
          <p:cNvSpPr/>
          <p:nvPr/>
        </p:nvSpPr>
        <p:spPr>
          <a:xfrm>
            <a:off x="386562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Oval 288"/>
          <p:cNvSpPr/>
          <p:nvPr/>
        </p:nvSpPr>
        <p:spPr>
          <a:xfrm>
            <a:off x="4482846" y="1867662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Oval 289"/>
          <p:cNvSpPr/>
          <p:nvPr/>
        </p:nvSpPr>
        <p:spPr>
          <a:xfrm>
            <a:off x="5100066" y="1867662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1" name="Oval 290"/>
          <p:cNvSpPr/>
          <p:nvPr/>
        </p:nvSpPr>
        <p:spPr>
          <a:xfrm>
            <a:off x="5717286" y="1867662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2" name="Connector 291"/>
          <p:cNvCxnSpPr/>
          <p:nvPr/>
        </p:nvCxnSpPr>
        <p:spPr>
          <a:xfrm flipV="1">
            <a:off x="5683377" y="2071497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3" name="Connector 292"/>
          <p:cNvCxnSpPr/>
          <p:nvPr/>
        </p:nvCxnSpPr>
        <p:spPr>
          <a:xfrm flipV="1">
            <a:off x="5716148" y="1994540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4" name="Connector 293"/>
          <p:cNvCxnSpPr/>
          <p:nvPr/>
        </p:nvCxnSpPr>
        <p:spPr>
          <a:xfrm flipV="1">
            <a:off x="5763203" y="1931867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5" name="Connector 294"/>
          <p:cNvCxnSpPr/>
          <p:nvPr/>
        </p:nvCxnSpPr>
        <p:spPr>
          <a:xfrm flipV="1">
            <a:off x="5821912" y="1880848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6" name="Connector 295"/>
          <p:cNvCxnSpPr/>
          <p:nvPr/>
        </p:nvCxnSpPr>
        <p:spPr>
          <a:xfrm flipV="1">
            <a:off x="5893471" y="1842679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7" name="Oval 296"/>
          <p:cNvSpPr/>
          <p:nvPr/>
        </p:nvSpPr>
        <p:spPr>
          <a:xfrm>
            <a:off x="633450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Oval 297"/>
          <p:cNvSpPr/>
          <p:nvPr/>
        </p:nvSpPr>
        <p:spPr>
          <a:xfrm>
            <a:off x="6951726" y="186766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9" name="Oval 298"/>
          <p:cNvSpPr/>
          <p:nvPr/>
        </p:nvSpPr>
        <p:spPr>
          <a:xfrm>
            <a:off x="77952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Oval 299"/>
          <p:cNvSpPr/>
          <p:nvPr/>
        </p:nvSpPr>
        <p:spPr>
          <a:xfrm>
            <a:off x="1396746" y="2320290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1" name="Connector 300"/>
          <p:cNvCxnSpPr/>
          <p:nvPr/>
        </p:nvCxnSpPr>
        <p:spPr>
          <a:xfrm flipV="1">
            <a:off x="1362837" y="2524125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2" name="Connector 301"/>
          <p:cNvCxnSpPr/>
          <p:nvPr/>
        </p:nvCxnSpPr>
        <p:spPr>
          <a:xfrm flipV="1">
            <a:off x="1395608" y="2447168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3" name="Connector 302"/>
          <p:cNvCxnSpPr/>
          <p:nvPr/>
        </p:nvCxnSpPr>
        <p:spPr>
          <a:xfrm flipV="1">
            <a:off x="1442663" y="2384495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4" name="Connector 303"/>
          <p:cNvCxnSpPr/>
          <p:nvPr/>
        </p:nvCxnSpPr>
        <p:spPr>
          <a:xfrm flipV="1">
            <a:off x="1501372" y="2333476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5" name="Connector 304"/>
          <p:cNvCxnSpPr/>
          <p:nvPr/>
        </p:nvCxnSpPr>
        <p:spPr>
          <a:xfrm flipV="1">
            <a:off x="1572931" y="2295307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6" name="Oval 305"/>
          <p:cNvSpPr/>
          <p:nvPr/>
        </p:nvSpPr>
        <p:spPr>
          <a:xfrm>
            <a:off x="201396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7" name="Oval 306"/>
          <p:cNvSpPr/>
          <p:nvPr/>
        </p:nvSpPr>
        <p:spPr>
          <a:xfrm>
            <a:off x="263118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Oval 307"/>
          <p:cNvSpPr/>
          <p:nvPr/>
        </p:nvSpPr>
        <p:spPr>
          <a:xfrm>
            <a:off x="324840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Oval 308"/>
          <p:cNvSpPr/>
          <p:nvPr/>
        </p:nvSpPr>
        <p:spPr>
          <a:xfrm>
            <a:off x="386562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0" name="Oval 309"/>
          <p:cNvSpPr/>
          <p:nvPr/>
        </p:nvSpPr>
        <p:spPr>
          <a:xfrm>
            <a:off x="448284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Oval 310"/>
          <p:cNvSpPr/>
          <p:nvPr/>
        </p:nvSpPr>
        <p:spPr>
          <a:xfrm>
            <a:off x="510006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Oval 311"/>
          <p:cNvSpPr/>
          <p:nvPr/>
        </p:nvSpPr>
        <p:spPr>
          <a:xfrm>
            <a:off x="5717286" y="232029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Oval 312"/>
          <p:cNvSpPr/>
          <p:nvPr/>
        </p:nvSpPr>
        <p:spPr>
          <a:xfrm>
            <a:off x="6334506" y="232029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4" name="Oval 313"/>
          <p:cNvSpPr/>
          <p:nvPr/>
        </p:nvSpPr>
        <p:spPr>
          <a:xfrm>
            <a:off x="6951726" y="232029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Oval 314"/>
          <p:cNvSpPr/>
          <p:nvPr/>
        </p:nvSpPr>
        <p:spPr>
          <a:xfrm>
            <a:off x="779526" y="277291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Oval 315"/>
          <p:cNvSpPr/>
          <p:nvPr/>
        </p:nvSpPr>
        <p:spPr>
          <a:xfrm>
            <a:off x="1396746" y="277291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Oval 316"/>
          <p:cNvSpPr/>
          <p:nvPr/>
        </p:nvSpPr>
        <p:spPr>
          <a:xfrm>
            <a:off x="2013966" y="277291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8" name="Oval 317"/>
          <p:cNvSpPr/>
          <p:nvPr/>
        </p:nvSpPr>
        <p:spPr>
          <a:xfrm>
            <a:off x="2631186" y="277291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9" name="Oval 318"/>
          <p:cNvSpPr/>
          <p:nvPr/>
        </p:nvSpPr>
        <p:spPr>
          <a:xfrm>
            <a:off x="3248406" y="277291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Oval 319"/>
          <p:cNvSpPr/>
          <p:nvPr/>
        </p:nvSpPr>
        <p:spPr>
          <a:xfrm>
            <a:off x="3865626" y="277291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1" name="Oval 320"/>
          <p:cNvSpPr/>
          <p:nvPr/>
        </p:nvSpPr>
        <p:spPr>
          <a:xfrm>
            <a:off x="4482846" y="277291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2" name="Oval 321"/>
          <p:cNvSpPr/>
          <p:nvPr/>
        </p:nvSpPr>
        <p:spPr>
          <a:xfrm>
            <a:off x="5100066" y="277291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3" name="Oval 322"/>
          <p:cNvSpPr/>
          <p:nvPr/>
        </p:nvSpPr>
        <p:spPr>
          <a:xfrm>
            <a:off x="5717286" y="277291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4" name="Oval 323"/>
          <p:cNvSpPr/>
          <p:nvPr/>
        </p:nvSpPr>
        <p:spPr>
          <a:xfrm>
            <a:off x="6334506" y="2772918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5" name="Connector 324"/>
          <p:cNvCxnSpPr/>
          <p:nvPr/>
        </p:nvCxnSpPr>
        <p:spPr>
          <a:xfrm flipV="1">
            <a:off x="6300597" y="2976753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6" name="Connector 325"/>
          <p:cNvCxnSpPr/>
          <p:nvPr/>
        </p:nvCxnSpPr>
        <p:spPr>
          <a:xfrm flipV="1">
            <a:off x="6333368" y="2899796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7" name="Connector 326"/>
          <p:cNvCxnSpPr/>
          <p:nvPr/>
        </p:nvCxnSpPr>
        <p:spPr>
          <a:xfrm flipV="1">
            <a:off x="6380423" y="2837123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8" name="Connector 327"/>
          <p:cNvCxnSpPr/>
          <p:nvPr/>
        </p:nvCxnSpPr>
        <p:spPr>
          <a:xfrm flipV="1">
            <a:off x="6439132" y="2786104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9" name="Connector 328"/>
          <p:cNvCxnSpPr/>
          <p:nvPr/>
        </p:nvCxnSpPr>
        <p:spPr>
          <a:xfrm flipV="1">
            <a:off x="6510691" y="2747935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0" name="Oval 329"/>
          <p:cNvSpPr/>
          <p:nvPr/>
        </p:nvSpPr>
        <p:spPr>
          <a:xfrm>
            <a:off x="6951726" y="2772918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1" name="Connector 330"/>
          <p:cNvCxnSpPr/>
          <p:nvPr/>
        </p:nvCxnSpPr>
        <p:spPr>
          <a:xfrm flipV="1">
            <a:off x="6917817" y="2976753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Connector 331"/>
          <p:cNvCxnSpPr/>
          <p:nvPr/>
        </p:nvCxnSpPr>
        <p:spPr>
          <a:xfrm flipV="1">
            <a:off x="6950588" y="2899796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3" name="Connector 332"/>
          <p:cNvCxnSpPr/>
          <p:nvPr/>
        </p:nvCxnSpPr>
        <p:spPr>
          <a:xfrm flipV="1">
            <a:off x="6997643" y="2837123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4" name="Connector 333"/>
          <p:cNvCxnSpPr/>
          <p:nvPr/>
        </p:nvCxnSpPr>
        <p:spPr>
          <a:xfrm flipV="1">
            <a:off x="7056352" y="2786104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5" name="Connector 334"/>
          <p:cNvCxnSpPr/>
          <p:nvPr/>
        </p:nvCxnSpPr>
        <p:spPr>
          <a:xfrm flipV="1">
            <a:off x="7127911" y="2747935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6" name="Oval 335"/>
          <p:cNvSpPr/>
          <p:nvPr/>
        </p:nvSpPr>
        <p:spPr>
          <a:xfrm>
            <a:off x="779526" y="322554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7" name="Oval 336"/>
          <p:cNvSpPr/>
          <p:nvPr/>
        </p:nvSpPr>
        <p:spPr>
          <a:xfrm>
            <a:off x="1396746" y="322554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8" name="Oval 337"/>
          <p:cNvSpPr/>
          <p:nvPr/>
        </p:nvSpPr>
        <p:spPr>
          <a:xfrm>
            <a:off x="2013966" y="322554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9" name="Oval 338"/>
          <p:cNvSpPr/>
          <p:nvPr/>
        </p:nvSpPr>
        <p:spPr>
          <a:xfrm>
            <a:off x="2631186" y="322554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Oval 339"/>
          <p:cNvSpPr/>
          <p:nvPr/>
        </p:nvSpPr>
        <p:spPr>
          <a:xfrm>
            <a:off x="3248406" y="322554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Oval 340"/>
          <p:cNvSpPr/>
          <p:nvPr/>
        </p:nvSpPr>
        <p:spPr>
          <a:xfrm>
            <a:off x="3865626" y="322554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Oval 341"/>
          <p:cNvSpPr/>
          <p:nvPr/>
        </p:nvSpPr>
        <p:spPr>
          <a:xfrm>
            <a:off x="4482846" y="322554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3" name="Oval 342"/>
          <p:cNvSpPr/>
          <p:nvPr/>
        </p:nvSpPr>
        <p:spPr>
          <a:xfrm>
            <a:off x="5100066" y="322554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4" name="Oval 343"/>
          <p:cNvSpPr/>
          <p:nvPr/>
        </p:nvSpPr>
        <p:spPr>
          <a:xfrm>
            <a:off x="5717286" y="322554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Oval 344"/>
          <p:cNvSpPr/>
          <p:nvPr/>
        </p:nvSpPr>
        <p:spPr>
          <a:xfrm>
            <a:off x="6334506" y="322554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Oval 345"/>
          <p:cNvSpPr/>
          <p:nvPr/>
        </p:nvSpPr>
        <p:spPr>
          <a:xfrm>
            <a:off x="6951726" y="3225546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7" name="Connector 346"/>
          <p:cNvCxnSpPr/>
          <p:nvPr/>
        </p:nvCxnSpPr>
        <p:spPr>
          <a:xfrm flipV="1">
            <a:off x="6917817" y="3429381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8" name="Connector 347"/>
          <p:cNvCxnSpPr/>
          <p:nvPr/>
        </p:nvCxnSpPr>
        <p:spPr>
          <a:xfrm flipV="1">
            <a:off x="6950588" y="3352424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9" name="Connector 348"/>
          <p:cNvCxnSpPr/>
          <p:nvPr/>
        </p:nvCxnSpPr>
        <p:spPr>
          <a:xfrm flipV="1">
            <a:off x="6997643" y="3289751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0" name="Connector 349"/>
          <p:cNvCxnSpPr/>
          <p:nvPr/>
        </p:nvCxnSpPr>
        <p:spPr>
          <a:xfrm flipV="1">
            <a:off x="7056352" y="3238732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1" name="Connector 350"/>
          <p:cNvCxnSpPr/>
          <p:nvPr/>
        </p:nvCxnSpPr>
        <p:spPr>
          <a:xfrm flipV="1">
            <a:off x="7127911" y="3200563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2" name="Oval 351"/>
          <p:cNvSpPr/>
          <p:nvPr/>
        </p:nvSpPr>
        <p:spPr>
          <a:xfrm>
            <a:off x="779526" y="3678173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3" name="Oval 352"/>
          <p:cNvSpPr/>
          <p:nvPr/>
        </p:nvSpPr>
        <p:spPr>
          <a:xfrm>
            <a:off x="1396746" y="3678173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4" name="Connector 353"/>
          <p:cNvCxnSpPr/>
          <p:nvPr/>
        </p:nvCxnSpPr>
        <p:spPr>
          <a:xfrm flipV="1">
            <a:off x="1362837" y="388200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5" name="Connector 354"/>
          <p:cNvCxnSpPr/>
          <p:nvPr/>
        </p:nvCxnSpPr>
        <p:spPr>
          <a:xfrm flipV="1">
            <a:off x="1395608" y="380505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6" name="Connector 355"/>
          <p:cNvCxnSpPr/>
          <p:nvPr/>
        </p:nvCxnSpPr>
        <p:spPr>
          <a:xfrm flipV="1">
            <a:off x="1442663" y="374237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7" name="Connector 356"/>
          <p:cNvCxnSpPr/>
          <p:nvPr/>
        </p:nvCxnSpPr>
        <p:spPr>
          <a:xfrm flipV="1">
            <a:off x="1501372" y="369136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8" name="Connector 357"/>
          <p:cNvCxnSpPr/>
          <p:nvPr/>
        </p:nvCxnSpPr>
        <p:spPr>
          <a:xfrm flipV="1">
            <a:off x="1572931" y="365319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Oval 358"/>
          <p:cNvSpPr/>
          <p:nvPr/>
        </p:nvSpPr>
        <p:spPr>
          <a:xfrm>
            <a:off x="2013966" y="3678173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0" name="Oval 359"/>
          <p:cNvSpPr/>
          <p:nvPr/>
        </p:nvSpPr>
        <p:spPr>
          <a:xfrm>
            <a:off x="2631186" y="3678173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1" name="Oval 360"/>
          <p:cNvSpPr/>
          <p:nvPr/>
        </p:nvSpPr>
        <p:spPr>
          <a:xfrm>
            <a:off x="3248406" y="3678173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2" name="Oval 361"/>
          <p:cNvSpPr/>
          <p:nvPr/>
        </p:nvSpPr>
        <p:spPr>
          <a:xfrm>
            <a:off x="3865626" y="3678173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3" name="Oval 362"/>
          <p:cNvSpPr/>
          <p:nvPr/>
        </p:nvSpPr>
        <p:spPr>
          <a:xfrm>
            <a:off x="4482846" y="3678173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4" name="Connector 363"/>
          <p:cNvCxnSpPr/>
          <p:nvPr/>
        </p:nvCxnSpPr>
        <p:spPr>
          <a:xfrm flipV="1">
            <a:off x="4448937" y="388200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5" name="Connector 364"/>
          <p:cNvCxnSpPr/>
          <p:nvPr/>
        </p:nvCxnSpPr>
        <p:spPr>
          <a:xfrm flipV="1">
            <a:off x="4481708" y="380505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6" name="Connector 365"/>
          <p:cNvCxnSpPr/>
          <p:nvPr/>
        </p:nvCxnSpPr>
        <p:spPr>
          <a:xfrm flipV="1">
            <a:off x="4528763" y="374237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7" name="Connector 366"/>
          <p:cNvCxnSpPr/>
          <p:nvPr/>
        </p:nvCxnSpPr>
        <p:spPr>
          <a:xfrm flipV="1">
            <a:off x="4587472" y="369136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8" name="Connector 367"/>
          <p:cNvCxnSpPr/>
          <p:nvPr/>
        </p:nvCxnSpPr>
        <p:spPr>
          <a:xfrm flipV="1">
            <a:off x="4659031" y="365319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Oval 368"/>
          <p:cNvSpPr/>
          <p:nvPr/>
        </p:nvSpPr>
        <p:spPr>
          <a:xfrm>
            <a:off x="5100066" y="3678173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0" name="Oval 369"/>
          <p:cNvSpPr/>
          <p:nvPr/>
        </p:nvSpPr>
        <p:spPr>
          <a:xfrm>
            <a:off x="5717286" y="3678173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1" name="Connector 370"/>
          <p:cNvCxnSpPr/>
          <p:nvPr/>
        </p:nvCxnSpPr>
        <p:spPr>
          <a:xfrm flipV="1">
            <a:off x="5683377" y="388200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2" name="Connector 371"/>
          <p:cNvCxnSpPr/>
          <p:nvPr/>
        </p:nvCxnSpPr>
        <p:spPr>
          <a:xfrm flipV="1">
            <a:off x="5716148" y="380505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3" name="Connector 372"/>
          <p:cNvCxnSpPr/>
          <p:nvPr/>
        </p:nvCxnSpPr>
        <p:spPr>
          <a:xfrm flipV="1">
            <a:off x="5763203" y="374237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4" name="Connector 373"/>
          <p:cNvCxnSpPr/>
          <p:nvPr/>
        </p:nvCxnSpPr>
        <p:spPr>
          <a:xfrm flipV="1">
            <a:off x="5821912" y="369136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5" name="Connector 374"/>
          <p:cNvCxnSpPr/>
          <p:nvPr/>
        </p:nvCxnSpPr>
        <p:spPr>
          <a:xfrm flipV="1">
            <a:off x="5893471" y="365319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6" name="Oval 375"/>
          <p:cNvSpPr/>
          <p:nvPr/>
        </p:nvSpPr>
        <p:spPr>
          <a:xfrm>
            <a:off x="6334506" y="3678173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7" name="Oval 376"/>
          <p:cNvSpPr/>
          <p:nvPr/>
        </p:nvSpPr>
        <p:spPr>
          <a:xfrm>
            <a:off x="6951726" y="3678173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8" name="Oval 377"/>
          <p:cNvSpPr/>
          <p:nvPr/>
        </p:nvSpPr>
        <p:spPr>
          <a:xfrm>
            <a:off x="779526" y="4130801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9" name="Oval 378"/>
          <p:cNvSpPr/>
          <p:nvPr/>
        </p:nvSpPr>
        <p:spPr>
          <a:xfrm>
            <a:off x="1396746" y="4130801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0" name="Oval 379"/>
          <p:cNvSpPr/>
          <p:nvPr/>
        </p:nvSpPr>
        <p:spPr>
          <a:xfrm>
            <a:off x="2013966" y="4130801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1" name="Oval 380"/>
          <p:cNvSpPr/>
          <p:nvPr/>
        </p:nvSpPr>
        <p:spPr>
          <a:xfrm>
            <a:off x="2631186" y="4130801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2" name="Oval 381"/>
          <p:cNvSpPr/>
          <p:nvPr/>
        </p:nvSpPr>
        <p:spPr>
          <a:xfrm>
            <a:off x="3248406" y="4130801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3" name="Oval 382"/>
          <p:cNvSpPr/>
          <p:nvPr/>
        </p:nvSpPr>
        <p:spPr>
          <a:xfrm>
            <a:off x="3865626" y="4130801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4" name="Oval 383"/>
          <p:cNvSpPr/>
          <p:nvPr/>
        </p:nvSpPr>
        <p:spPr>
          <a:xfrm>
            <a:off x="4482846" y="4130801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Oval 384"/>
          <p:cNvSpPr/>
          <p:nvPr/>
        </p:nvSpPr>
        <p:spPr>
          <a:xfrm>
            <a:off x="5100066" y="4130801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6" name="Oval 385"/>
          <p:cNvSpPr/>
          <p:nvPr/>
        </p:nvSpPr>
        <p:spPr>
          <a:xfrm>
            <a:off x="5717286" y="4130801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7" name="Oval 386"/>
          <p:cNvSpPr/>
          <p:nvPr/>
        </p:nvSpPr>
        <p:spPr>
          <a:xfrm>
            <a:off x="6334506" y="4130801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8" name="Connector 387"/>
          <p:cNvCxnSpPr/>
          <p:nvPr/>
        </p:nvCxnSpPr>
        <p:spPr>
          <a:xfrm flipV="1">
            <a:off x="6300597" y="4334637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9" name="Connector 388"/>
          <p:cNvCxnSpPr/>
          <p:nvPr/>
        </p:nvCxnSpPr>
        <p:spPr>
          <a:xfrm flipV="1">
            <a:off x="6333368" y="4257680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0" name="Connector 389"/>
          <p:cNvCxnSpPr/>
          <p:nvPr/>
        </p:nvCxnSpPr>
        <p:spPr>
          <a:xfrm flipV="1">
            <a:off x="6380423" y="4195007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1" name="Connector 390"/>
          <p:cNvCxnSpPr/>
          <p:nvPr/>
        </p:nvCxnSpPr>
        <p:spPr>
          <a:xfrm flipV="1">
            <a:off x="6439132" y="4143988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2" name="Connector 391"/>
          <p:cNvCxnSpPr/>
          <p:nvPr/>
        </p:nvCxnSpPr>
        <p:spPr>
          <a:xfrm flipV="1">
            <a:off x="6510691" y="4105819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3" name="Oval 392"/>
          <p:cNvSpPr/>
          <p:nvPr/>
        </p:nvSpPr>
        <p:spPr>
          <a:xfrm>
            <a:off x="6951726" y="4130801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94" name="Connector 393"/>
          <p:cNvCxnSpPr/>
          <p:nvPr/>
        </p:nvCxnSpPr>
        <p:spPr>
          <a:xfrm flipV="1">
            <a:off x="6917817" y="4334637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 394"/>
          <p:cNvCxnSpPr/>
          <p:nvPr/>
        </p:nvCxnSpPr>
        <p:spPr>
          <a:xfrm flipV="1">
            <a:off x="6950588" y="4257680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6" name="Connector 395"/>
          <p:cNvCxnSpPr/>
          <p:nvPr/>
        </p:nvCxnSpPr>
        <p:spPr>
          <a:xfrm flipV="1">
            <a:off x="6997643" y="4195007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7" name="Connector 396"/>
          <p:cNvCxnSpPr/>
          <p:nvPr/>
        </p:nvCxnSpPr>
        <p:spPr>
          <a:xfrm flipV="1">
            <a:off x="7056352" y="4143988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8" name="Connector 397"/>
          <p:cNvCxnSpPr/>
          <p:nvPr/>
        </p:nvCxnSpPr>
        <p:spPr>
          <a:xfrm flipV="1">
            <a:off x="7127911" y="4105819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Oval 398"/>
          <p:cNvSpPr/>
          <p:nvPr/>
        </p:nvSpPr>
        <p:spPr>
          <a:xfrm>
            <a:off x="779526" y="4583429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0" name="Oval 399"/>
          <p:cNvSpPr/>
          <p:nvPr/>
        </p:nvSpPr>
        <p:spPr>
          <a:xfrm>
            <a:off x="1396746" y="4583429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1" name="Oval 400"/>
          <p:cNvSpPr/>
          <p:nvPr/>
        </p:nvSpPr>
        <p:spPr>
          <a:xfrm>
            <a:off x="2013966" y="4583429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2" name="Oval 401"/>
          <p:cNvSpPr/>
          <p:nvPr/>
        </p:nvSpPr>
        <p:spPr>
          <a:xfrm>
            <a:off x="2631186" y="4583429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3" name="Oval 402"/>
          <p:cNvSpPr/>
          <p:nvPr/>
        </p:nvSpPr>
        <p:spPr>
          <a:xfrm>
            <a:off x="3248406" y="4583429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4" name="Oval 403"/>
          <p:cNvSpPr/>
          <p:nvPr/>
        </p:nvSpPr>
        <p:spPr>
          <a:xfrm>
            <a:off x="3865626" y="4583429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5" name="Oval 404"/>
          <p:cNvSpPr/>
          <p:nvPr/>
        </p:nvSpPr>
        <p:spPr>
          <a:xfrm>
            <a:off x="4482846" y="4583429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6" name="Oval 405"/>
          <p:cNvSpPr/>
          <p:nvPr/>
        </p:nvSpPr>
        <p:spPr>
          <a:xfrm>
            <a:off x="5100066" y="4583429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7" name="Oval 406"/>
          <p:cNvSpPr/>
          <p:nvPr/>
        </p:nvSpPr>
        <p:spPr>
          <a:xfrm>
            <a:off x="5717286" y="4583429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8" name="Connector 407"/>
          <p:cNvCxnSpPr/>
          <p:nvPr/>
        </p:nvCxnSpPr>
        <p:spPr>
          <a:xfrm flipV="1">
            <a:off x="5683377" y="4787265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Connector 408"/>
          <p:cNvCxnSpPr/>
          <p:nvPr/>
        </p:nvCxnSpPr>
        <p:spPr>
          <a:xfrm flipV="1">
            <a:off x="5716148" y="4710308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0" name="Connector 409"/>
          <p:cNvCxnSpPr/>
          <p:nvPr/>
        </p:nvCxnSpPr>
        <p:spPr>
          <a:xfrm flipV="1">
            <a:off x="5763203" y="4647635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Connector 410"/>
          <p:cNvCxnSpPr/>
          <p:nvPr/>
        </p:nvCxnSpPr>
        <p:spPr>
          <a:xfrm flipV="1">
            <a:off x="5821912" y="4596616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2" name="Connector 411"/>
          <p:cNvCxnSpPr/>
          <p:nvPr/>
        </p:nvCxnSpPr>
        <p:spPr>
          <a:xfrm flipV="1">
            <a:off x="5893471" y="4558447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3" name="Oval 412"/>
          <p:cNvSpPr/>
          <p:nvPr/>
        </p:nvSpPr>
        <p:spPr>
          <a:xfrm>
            <a:off x="6334506" y="4583429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4" name="Oval 413"/>
          <p:cNvSpPr/>
          <p:nvPr/>
        </p:nvSpPr>
        <p:spPr>
          <a:xfrm>
            <a:off x="6951726" y="4583429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5" name="Oval 414"/>
          <p:cNvSpPr/>
          <p:nvPr/>
        </p:nvSpPr>
        <p:spPr>
          <a:xfrm>
            <a:off x="779526" y="5036057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6" name="Connector 415"/>
          <p:cNvCxnSpPr/>
          <p:nvPr/>
        </p:nvCxnSpPr>
        <p:spPr>
          <a:xfrm flipV="1">
            <a:off x="745617" y="5239893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7" name="Connector 416"/>
          <p:cNvCxnSpPr/>
          <p:nvPr/>
        </p:nvCxnSpPr>
        <p:spPr>
          <a:xfrm flipV="1">
            <a:off x="778388" y="5162936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Connector 417"/>
          <p:cNvCxnSpPr/>
          <p:nvPr/>
        </p:nvCxnSpPr>
        <p:spPr>
          <a:xfrm flipV="1">
            <a:off x="825443" y="5100263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9" name="Connector 418"/>
          <p:cNvCxnSpPr/>
          <p:nvPr/>
        </p:nvCxnSpPr>
        <p:spPr>
          <a:xfrm flipV="1">
            <a:off x="884152" y="5049244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0" name="Connector 419"/>
          <p:cNvCxnSpPr/>
          <p:nvPr/>
        </p:nvCxnSpPr>
        <p:spPr>
          <a:xfrm flipV="1">
            <a:off x="955711" y="5011075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1" name="Oval 420"/>
          <p:cNvSpPr/>
          <p:nvPr/>
        </p:nvSpPr>
        <p:spPr>
          <a:xfrm>
            <a:off x="1396746" y="5036057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2" name="Connector 421"/>
          <p:cNvCxnSpPr/>
          <p:nvPr/>
        </p:nvCxnSpPr>
        <p:spPr>
          <a:xfrm flipV="1">
            <a:off x="1362837" y="5239893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3" name="Connector 422"/>
          <p:cNvCxnSpPr/>
          <p:nvPr/>
        </p:nvCxnSpPr>
        <p:spPr>
          <a:xfrm flipV="1">
            <a:off x="1395608" y="5162936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4" name="Connector 423"/>
          <p:cNvCxnSpPr/>
          <p:nvPr/>
        </p:nvCxnSpPr>
        <p:spPr>
          <a:xfrm flipV="1">
            <a:off x="1442663" y="5100263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5" name="Connector 424"/>
          <p:cNvCxnSpPr/>
          <p:nvPr/>
        </p:nvCxnSpPr>
        <p:spPr>
          <a:xfrm flipV="1">
            <a:off x="1501372" y="5049244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6" name="Connector 425"/>
          <p:cNvCxnSpPr/>
          <p:nvPr/>
        </p:nvCxnSpPr>
        <p:spPr>
          <a:xfrm flipV="1">
            <a:off x="1572931" y="5011075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7" name="Oval 426"/>
          <p:cNvSpPr/>
          <p:nvPr/>
        </p:nvSpPr>
        <p:spPr>
          <a:xfrm>
            <a:off x="2013966" y="5036057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8" name="Oval 427"/>
          <p:cNvSpPr/>
          <p:nvPr/>
        </p:nvSpPr>
        <p:spPr>
          <a:xfrm>
            <a:off x="2631186" y="5036057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9" name="Oval 428"/>
          <p:cNvSpPr/>
          <p:nvPr/>
        </p:nvSpPr>
        <p:spPr>
          <a:xfrm>
            <a:off x="3248406" y="5036057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0" name="Oval 429"/>
          <p:cNvSpPr/>
          <p:nvPr/>
        </p:nvSpPr>
        <p:spPr>
          <a:xfrm>
            <a:off x="3865626" y="5036057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1" name="Oval 430"/>
          <p:cNvSpPr/>
          <p:nvPr/>
        </p:nvSpPr>
        <p:spPr>
          <a:xfrm>
            <a:off x="4482846" y="5036057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32" name="Connector 431"/>
          <p:cNvCxnSpPr/>
          <p:nvPr/>
        </p:nvCxnSpPr>
        <p:spPr>
          <a:xfrm flipV="1">
            <a:off x="4448937" y="5239893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3" name="Connector 432"/>
          <p:cNvCxnSpPr/>
          <p:nvPr/>
        </p:nvCxnSpPr>
        <p:spPr>
          <a:xfrm flipV="1">
            <a:off x="4481708" y="5162936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4" name="Connector 433"/>
          <p:cNvCxnSpPr/>
          <p:nvPr/>
        </p:nvCxnSpPr>
        <p:spPr>
          <a:xfrm flipV="1">
            <a:off x="4528763" y="5100263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5" name="Connector 434"/>
          <p:cNvCxnSpPr/>
          <p:nvPr/>
        </p:nvCxnSpPr>
        <p:spPr>
          <a:xfrm flipV="1">
            <a:off x="4587472" y="5049244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6" name="Connector 435"/>
          <p:cNvCxnSpPr/>
          <p:nvPr/>
        </p:nvCxnSpPr>
        <p:spPr>
          <a:xfrm flipV="1">
            <a:off x="4659031" y="5011075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7" name="Oval 436"/>
          <p:cNvSpPr/>
          <p:nvPr/>
        </p:nvSpPr>
        <p:spPr>
          <a:xfrm>
            <a:off x="5100066" y="5036057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8" name="Oval 437"/>
          <p:cNvSpPr/>
          <p:nvPr/>
        </p:nvSpPr>
        <p:spPr>
          <a:xfrm>
            <a:off x="5717286" y="5036057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Oval 438"/>
          <p:cNvSpPr/>
          <p:nvPr/>
        </p:nvSpPr>
        <p:spPr>
          <a:xfrm>
            <a:off x="6334506" y="5036057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0" name="Oval 439"/>
          <p:cNvSpPr/>
          <p:nvPr/>
        </p:nvSpPr>
        <p:spPr>
          <a:xfrm>
            <a:off x="6951726" y="5036057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1" name="Oval 440"/>
          <p:cNvSpPr/>
          <p:nvPr/>
        </p:nvSpPr>
        <p:spPr>
          <a:xfrm>
            <a:off x="779526" y="548868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2" name="Oval 441"/>
          <p:cNvSpPr/>
          <p:nvPr/>
        </p:nvSpPr>
        <p:spPr>
          <a:xfrm>
            <a:off x="1396746" y="548868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3" name="Oval 442"/>
          <p:cNvSpPr/>
          <p:nvPr/>
        </p:nvSpPr>
        <p:spPr>
          <a:xfrm>
            <a:off x="2013966" y="548868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4" name="Oval 443"/>
          <p:cNvSpPr/>
          <p:nvPr/>
        </p:nvSpPr>
        <p:spPr>
          <a:xfrm>
            <a:off x="2631186" y="548868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5" name="Oval 444"/>
          <p:cNvSpPr/>
          <p:nvPr/>
        </p:nvSpPr>
        <p:spPr>
          <a:xfrm>
            <a:off x="3248406" y="548868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6" name="Oval 445"/>
          <p:cNvSpPr/>
          <p:nvPr/>
        </p:nvSpPr>
        <p:spPr>
          <a:xfrm>
            <a:off x="3865626" y="5488686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7" name="Oval 446"/>
          <p:cNvSpPr/>
          <p:nvPr/>
        </p:nvSpPr>
        <p:spPr>
          <a:xfrm>
            <a:off x="4482846" y="5488686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8" name="Connector 447"/>
          <p:cNvCxnSpPr/>
          <p:nvPr/>
        </p:nvCxnSpPr>
        <p:spPr>
          <a:xfrm flipV="1">
            <a:off x="4448937" y="5692521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9" name="Connector 448"/>
          <p:cNvCxnSpPr/>
          <p:nvPr/>
        </p:nvCxnSpPr>
        <p:spPr>
          <a:xfrm flipV="1">
            <a:off x="4481708" y="5615564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0" name="Connector 449"/>
          <p:cNvCxnSpPr/>
          <p:nvPr/>
        </p:nvCxnSpPr>
        <p:spPr>
          <a:xfrm flipV="1">
            <a:off x="4528763" y="5552891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1" name="Connector 450"/>
          <p:cNvCxnSpPr/>
          <p:nvPr/>
        </p:nvCxnSpPr>
        <p:spPr>
          <a:xfrm flipV="1">
            <a:off x="4587472" y="5501872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2" name="Connector 451"/>
          <p:cNvCxnSpPr/>
          <p:nvPr/>
        </p:nvCxnSpPr>
        <p:spPr>
          <a:xfrm flipV="1">
            <a:off x="4659031" y="5463703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Oval 452"/>
          <p:cNvSpPr/>
          <p:nvPr/>
        </p:nvSpPr>
        <p:spPr>
          <a:xfrm>
            <a:off x="5100066" y="5488686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4" name="Connector 453"/>
          <p:cNvCxnSpPr/>
          <p:nvPr/>
        </p:nvCxnSpPr>
        <p:spPr>
          <a:xfrm flipV="1">
            <a:off x="5066157" y="5692521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5" name="Connector 454"/>
          <p:cNvCxnSpPr/>
          <p:nvPr/>
        </p:nvCxnSpPr>
        <p:spPr>
          <a:xfrm flipV="1">
            <a:off x="5098928" y="5615564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6" name="Connector 455"/>
          <p:cNvCxnSpPr/>
          <p:nvPr/>
        </p:nvCxnSpPr>
        <p:spPr>
          <a:xfrm flipV="1">
            <a:off x="5145983" y="5552891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7" name="Connector 456"/>
          <p:cNvCxnSpPr/>
          <p:nvPr/>
        </p:nvCxnSpPr>
        <p:spPr>
          <a:xfrm flipV="1">
            <a:off x="5204692" y="5501872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8" name="Connector 457"/>
          <p:cNvCxnSpPr/>
          <p:nvPr/>
        </p:nvCxnSpPr>
        <p:spPr>
          <a:xfrm flipV="1">
            <a:off x="5276251" y="5463703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9" name="Oval 458"/>
          <p:cNvSpPr/>
          <p:nvPr/>
        </p:nvSpPr>
        <p:spPr>
          <a:xfrm>
            <a:off x="5717286" y="5488686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0" name="Oval 459"/>
          <p:cNvSpPr/>
          <p:nvPr/>
        </p:nvSpPr>
        <p:spPr>
          <a:xfrm>
            <a:off x="6334506" y="5488686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1" name="Connector 460"/>
          <p:cNvCxnSpPr/>
          <p:nvPr/>
        </p:nvCxnSpPr>
        <p:spPr>
          <a:xfrm flipV="1">
            <a:off x="6300597" y="5692521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2" name="Connector 461"/>
          <p:cNvCxnSpPr/>
          <p:nvPr/>
        </p:nvCxnSpPr>
        <p:spPr>
          <a:xfrm flipV="1">
            <a:off x="6333368" y="5615564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3" name="Connector 462"/>
          <p:cNvCxnSpPr/>
          <p:nvPr/>
        </p:nvCxnSpPr>
        <p:spPr>
          <a:xfrm flipV="1">
            <a:off x="6380423" y="5552891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4" name="Connector 463"/>
          <p:cNvCxnSpPr/>
          <p:nvPr/>
        </p:nvCxnSpPr>
        <p:spPr>
          <a:xfrm flipV="1">
            <a:off x="6439132" y="5501872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5" name="Connector 464"/>
          <p:cNvCxnSpPr/>
          <p:nvPr/>
        </p:nvCxnSpPr>
        <p:spPr>
          <a:xfrm flipV="1">
            <a:off x="6510691" y="5463703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6" name="Oval 465"/>
          <p:cNvSpPr/>
          <p:nvPr/>
        </p:nvSpPr>
        <p:spPr>
          <a:xfrm>
            <a:off x="6951726" y="5488686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67" name="Connector 466"/>
          <p:cNvCxnSpPr/>
          <p:nvPr/>
        </p:nvCxnSpPr>
        <p:spPr>
          <a:xfrm flipV="1">
            <a:off x="6917817" y="5692521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8" name="Connector 467"/>
          <p:cNvCxnSpPr/>
          <p:nvPr/>
        </p:nvCxnSpPr>
        <p:spPr>
          <a:xfrm flipV="1">
            <a:off x="6950588" y="5615564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9" name="Connector 468"/>
          <p:cNvCxnSpPr/>
          <p:nvPr/>
        </p:nvCxnSpPr>
        <p:spPr>
          <a:xfrm flipV="1">
            <a:off x="6997643" y="5552891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0" name="Connector 469"/>
          <p:cNvCxnSpPr/>
          <p:nvPr/>
        </p:nvCxnSpPr>
        <p:spPr>
          <a:xfrm flipV="1">
            <a:off x="7056352" y="5501872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1" name="Connector 470"/>
          <p:cNvCxnSpPr/>
          <p:nvPr/>
        </p:nvCxnSpPr>
        <p:spPr>
          <a:xfrm flipV="1">
            <a:off x="7127911" y="5463703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2" name="Oval 471"/>
          <p:cNvSpPr/>
          <p:nvPr/>
        </p:nvSpPr>
        <p:spPr>
          <a:xfrm>
            <a:off x="779526" y="5941314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3" name="Connector 472"/>
          <p:cNvCxnSpPr/>
          <p:nvPr/>
        </p:nvCxnSpPr>
        <p:spPr>
          <a:xfrm flipV="1">
            <a:off x="745617" y="614514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4" name="Connector 473"/>
          <p:cNvCxnSpPr/>
          <p:nvPr/>
        </p:nvCxnSpPr>
        <p:spPr>
          <a:xfrm flipV="1">
            <a:off x="778388" y="606819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5" name="Connector 474"/>
          <p:cNvCxnSpPr/>
          <p:nvPr/>
        </p:nvCxnSpPr>
        <p:spPr>
          <a:xfrm flipV="1">
            <a:off x="825443" y="600551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6" name="Connector 475"/>
          <p:cNvCxnSpPr/>
          <p:nvPr/>
        </p:nvCxnSpPr>
        <p:spPr>
          <a:xfrm flipV="1">
            <a:off x="884152" y="595450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7" name="Connector 476"/>
          <p:cNvCxnSpPr/>
          <p:nvPr/>
        </p:nvCxnSpPr>
        <p:spPr>
          <a:xfrm flipV="1">
            <a:off x="955711" y="591633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Oval 477"/>
          <p:cNvSpPr/>
          <p:nvPr/>
        </p:nvSpPr>
        <p:spPr>
          <a:xfrm>
            <a:off x="1396746" y="5941314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9" name="Connector 478"/>
          <p:cNvCxnSpPr/>
          <p:nvPr/>
        </p:nvCxnSpPr>
        <p:spPr>
          <a:xfrm flipV="1">
            <a:off x="1362837" y="614514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0" name="Connector 479"/>
          <p:cNvCxnSpPr/>
          <p:nvPr/>
        </p:nvCxnSpPr>
        <p:spPr>
          <a:xfrm flipV="1">
            <a:off x="1395608" y="606819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1" name="Connector 480"/>
          <p:cNvCxnSpPr/>
          <p:nvPr/>
        </p:nvCxnSpPr>
        <p:spPr>
          <a:xfrm flipV="1">
            <a:off x="1442663" y="600551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2" name="Connector 481"/>
          <p:cNvCxnSpPr/>
          <p:nvPr/>
        </p:nvCxnSpPr>
        <p:spPr>
          <a:xfrm flipV="1">
            <a:off x="1501372" y="595450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3" name="Connector 482"/>
          <p:cNvCxnSpPr/>
          <p:nvPr/>
        </p:nvCxnSpPr>
        <p:spPr>
          <a:xfrm flipV="1">
            <a:off x="1572931" y="591633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4" name="Oval 483"/>
          <p:cNvSpPr/>
          <p:nvPr/>
        </p:nvSpPr>
        <p:spPr>
          <a:xfrm>
            <a:off x="2013966" y="5941314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85" name="Connector 484"/>
          <p:cNvCxnSpPr/>
          <p:nvPr/>
        </p:nvCxnSpPr>
        <p:spPr>
          <a:xfrm flipV="1">
            <a:off x="1980057" y="614514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6" name="Connector 485"/>
          <p:cNvCxnSpPr/>
          <p:nvPr/>
        </p:nvCxnSpPr>
        <p:spPr>
          <a:xfrm flipV="1">
            <a:off x="2012828" y="606819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7" name="Connector 486"/>
          <p:cNvCxnSpPr/>
          <p:nvPr/>
        </p:nvCxnSpPr>
        <p:spPr>
          <a:xfrm flipV="1">
            <a:off x="2059883" y="600551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8" name="Connector 487"/>
          <p:cNvCxnSpPr/>
          <p:nvPr/>
        </p:nvCxnSpPr>
        <p:spPr>
          <a:xfrm flipV="1">
            <a:off x="2118592" y="595450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9" name="Connector 488"/>
          <p:cNvCxnSpPr/>
          <p:nvPr/>
        </p:nvCxnSpPr>
        <p:spPr>
          <a:xfrm flipV="1">
            <a:off x="2190151" y="591633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0" name="Oval 489"/>
          <p:cNvSpPr/>
          <p:nvPr/>
        </p:nvSpPr>
        <p:spPr>
          <a:xfrm>
            <a:off x="2631186" y="5941314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1" name="Oval 490"/>
          <p:cNvSpPr/>
          <p:nvPr/>
        </p:nvSpPr>
        <p:spPr>
          <a:xfrm>
            <a:off x="3248406" y="5941314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2" name="Oval 491"/>
          <p:cNvSpPr/>
          <p:nvPr/>
        </p:nvSpPr>
        <p:spPr>
          <a:xfrm>
            <a:off x="3865626" y="5941314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3" name="Oval 492"/>
          <p:cNvSpPr/>
          <p:nvPr/>
        </p:nvSpPr>
        <p:spPr>
          <a:xfrm>
            <a:off x="4482846" y="594131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4" name="Oval 493"/>
          <p:cNvSpPr/>
          <p:nvPr/>
        </p:nvSpPr>
        <p:spPr>
          <a:xfrm>
            <a:off x="5100066" y="5941314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95" name="Connector 494"/>
          <p:cNvCxnSpPr/>
          <p:nvPr/>
        </p:nvCxnSpPr>
        <p:spPr>
          <a:xfrm flipV="1">
            <a:off x="5066157" y="614514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6" name="Connector 495"/>
          <p:cNvCxnSpPr/>
          <p:nvPr/>
        </p:nvCxnSpPr>
        <p:spPr>
          <a:xfrm flipV="1">
            <a:off x="5098928" y="606819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7" name="Connector 496"/>
          <p:cNvCxnSpPr/>
          <p:nvPr/>
        </p:nvCxnSpPr>
        <p:spPr>
          <a:xfrm flipV="1">
            <a:off x="5145983" y="600551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8" name="Connector 497"/>
          <p:cNvCxnSpPr/>
          <p:nvPr/>
        </p:nvCxnSpPr>
        <p:spPr>
          <a:xfrm flipV="1">
            <a:off x="5204692" y="595450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9" name="Connector 498"/>
          <p:cNvCxnSpPr/>
          <p:nvPr/>
        </p:nvCxnSpPr>
        <p:spPr>
          <a:xfrm flipV="1">
            <a:off x="5276251" y="591633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0" name="Oval 499"/>
          <p:cNvSpPr/>
          <p:nvPr/>
        </p:nvSpPr>
        <p:spPr>
          <a:xfrm>
            <a:off x="5717286" y="5941314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1" name="Oval 500"/>
          <p:cNvSpPr/>
          <p:nvPr/>
        </p:nvSpPr>
        <p:spPr>
          <a:xfrm>
            <a:off x="6334506" y="5941314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2" name="Connector 501"/>
          <p:cNvCxnSpPr/>
          <p:nvPr/>
        </p:nvCxnSpPr>
        <p:spPr>
          <a:xfrm flipV="1">
            <a:off x="6300597" y="614514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3" name="Connector 502"/>
          <p:cNvCxnSpPr/>
          <p:nvPr/>
        </p:nvCxnSpPr>
        <p:spPr>
          <a:xfrm flipV="1">
            <a:off x="6333368" y="606819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4" name="Connector 503"/>
          <p:cNvCxnSpPr/>
          <p:nvPr/>
        </p:nvCxnSpPr>
        <p:spPr>
          <a:xfrm flipV="1">
            <a:off x="6380423" y="600551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5" name="Connector 504"/>
          <p:cNvCxnSpPr/>
          <p:nvPr/>
        </p:nvCxnSpPr>
        <p:spPr>
          <a:xfrm flipV="1">
            <a:off x="6439132" y="595450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6" name="Connector 505"/>
          <p:cNvCxnSpPr/>
          <p:nvPr/>
        </p:nvCxnSpPr>
        <p:spPr>
          <a:xfrm flipV="1">
            <a:off x="6510691" y="591633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7" name="Oval 506"/>
          <p:cNvSpPr/>
          <p:nvPr/>
        </p:nvSpPr>
        <p:spPr>
          <a:xfrm>
            <a:off x="6951726" y="5941314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08" name="Connector 507"/>
          <p:cNvCxnSpPr/>
          <p:nvPr/>
        </p:nvCxnSpPr>
        <p:spPr>
          <a:xfrm flipV="1">
            <a:off x="6917817" y="6145149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9" name="Connector 508"/>
          <p:cNvCxnSpPr/>
          <p:nvPr/>
        </p:nvCxnSpPr>
        <p:spPr>
          <a:xfrm flipV="1">
            <a:off x="6950588" y="6068192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0" name="Connector 509"/>
          <p:cNvCxnSpPr/>
          <p:nvPr/>
        </p:nvCxnSpPr>
        <p:spPr>
          <a:xfrm flipV="1">
            <a:off x="6997643" y="6005519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1" name="Connector 510"/>
          <p:cNvCxnSpPr/>
          <p:nvPr/>
        </p:nvCxnSpPr>
        <p:spPr>
          <a:xfrm flipV="1">
            <a:off x="7056352" y="5954500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2" name="Connector 511"/>
          <p:cNvCxnSpPr/>
          <p:nvPr/>
        </p:nvCxnSpPr>
        <p:spPr>
          <a:xfrm flipV="1">
            <a:off x="7127911" y="5916331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Oval 512"/>
          <p:cNvSpPr/>
          <p:nvPr/>
        </p:nvSpPr>
        <p:spPr>
          <a:xfrm>
            <a:off x="779526" y="639394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4" name="Oval 513"/>
          <p:cNvSpPr/>
          <p:nvPr/>
        </p:nvSpPr>
        <p:spPr>
          <a:xfrm>
            <a:off x="1396746" y="6393942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5" name="Connector 514"/>
          <p:cNvCxnSpPr/>
          <p:nvPr/>
        </p:nvCxnSpPr>
        <p:spPr>
          <a:xfrm flipV="1">
            <a:off x="1362837" y="6597777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Connector 515"/>
          <p:cNvCxnSpPr/>
          <p:nvPr/>
        </p:nvCxnSpPr>
        <p:spPr>
          <a:xfrm flipV="1">
            <a:off x="1395608" y="6520820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7" name="Connector 516"/>
          <p:cNvCxnSpPr/>
          <p:nvPr/>
        </p:nvCxnSpPr>
        <p:spPr>
          <a:xfrm flipV="1">
            <a:off x="1442663" y="6458147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8" name="Connector 517"/>
          <p:cNvCxnSpPr/>
          <p:nvPr/>
        </p:nvCxnSpPr>
        <p:spPr>
          <a:xfrm flipV="1">
            <a:off x="1501372" y="6407128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Connector 518"/>
          <p:cNvCxnSpPr/>
          <p:nvPr/>
        </p:nvCxnSpPr>
        <p:spPr>
          <a:xfrm flipV="1">
            <a:off x="1572931" y="6368959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0" name="Oval 519"/>
          <p:cNvSpPr/>
          <p:nvPr/>
        </p:nvSpPr>
        <p:spPr>
          <a:xfrm>
            <a:off x="2013966" y="639394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1" name="Oval 520"/>
          <p:cNvSpPr/>
          <p:nvPr/>
        </p:nvSpPr>
        <p:spPr>
          <a:xfrm>
            <a:off x="2631186" y="639394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2" name="Oval 521"/>
          <p:cNvSpPr/>
          <p:nvPr/>
        </p:nvSpPr>
        <p:spPr>
          <a:xfrm>
            <a:off x="3248406" y="639394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3" name="Oval 522"/>
          <p:cNvSpPr/>
          <p:nvPr/>
        </p:nvSpPr>
        <p:spPr>
          <a:xfrm>
            <a:off x="3865626" y="6393942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4" name="Oval 523"/>
          <p:cNvSpPr/>
          <p:nvPr/>
        </p:nvSpPr>
        <p:spPr>
          <a:xfrm>
            <a:off x="4482846" y="6393942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5" name="Oval 524"/>
          <p:cNvSpPr/>
          <p:nvPr/>
        </p:nvSpPr>
        <p:spPr>
          <a:xfrm>
            <a:off x="5100066" y="6393942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6" name="Oval 525"/>
          <p:cNvSpPr/>
          <p:nvPr/>
        </p:nvSpPr>
        <p:spPr>
          <a:xfrm>
            <a:off x="5717286" y="6393942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7" name="Oval 526"/>
          <p:cNvSpPr/>
          <p:nvPr/>
        </p:nvSpPr>
        <p:spPr>
          <a:xfrm>
            <a:off x="6334506" y="6393942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8" name="Oval 527"/>
          <p:cNvSpPr/>
          <p:nvPr/>
        </p:nvSpPr>
        <p:spPr>
          <a:xfrm>
            <a:off x="6951726" y="6393942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9" name="Oval 528"/>
          <p:cNvSpPr/>
          <p:nvPr/>
        </p:nvSpPr>
        <p:spPr>
          <a:xfrm>
            <a:off x="779526" y="684657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0" name="Oval 529"/>
          <p:cNvSpPr/>
          <p:nvPr/>
        </p:nvSpPr>
        <p:spPr>
          <a:xfrm>
            <a:off x="1396746" y="684657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1" name="Oval 530"/>
          <p:cNvSpPr/>
          <p:nvPr/>
        </p:nvSpPr>
        <p:spPr>
          <a:xfrm>
            <a:off x="2013966" y="684657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2" name="Oval 531"/>
          <p:cNvSpPr/>
          <p:nvPr/>
        </p:nvSpPr>
        <p:spPr>
          <a:xfrm>
            <a:off x="2631186" y="684657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3" name="Oval 532"/>
          <p:cNvSpPr/>
          <p:nvPr/>
        </p:nvSpPr>
        <p:spPr>
          <a:xfrm>
            <a:off x="3248406" y="684657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4" name="Oval 533"/>
          <p:cNvSpPr/>
          <p:nvPr/>
        </p:nvSpPr>
        <p:spPr>
          <a:xfrm>
            <a:off x="3865626" y="6846570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5" name="Oval 534"/>
          <p:cNvSpPr/>
          <p:nvPr/>
        </p:nvSpPr>
        <p:spPr>
          <a:xfrm>
            <a:off x="4482846" y="684657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6" name="Oval 535"/>
          <p:cNvSpPr/>
          <p:nvPr/>
        </p:nvSpPr>
        <p:spPr>
          <a:xfrm>
            <a:off x="5100066" y="684657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7" name="Oval 536"/>
          <p:cNvSpPr/>
          <p:nvPr/>
        </p:nvSpPr>
        <p:spPr>
          <a:xfrm>
            <a:off x="5717286" y="684657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8" name="Oval 537"/>
          <p:cNvSpPr/>
          <p:nvPr/>
        </p:nvSpPr>
        <p:spPr>
          <a:xfrm>
            <a:off x="6334506" y="6846570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9" name="Connector 538"/>
          <p:cNvCxnSpPr/>
          <p:nvPr/>
        </p:nvCxnSpPr>
        <p:spPr>
          <a:xfrm flipV="1">
            <a:off x="6300597" y="7050405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0" name="Connector 539"/>
          <p:cNvCxnSpPr/>
          <p:nvPr/>
        </p:nvCxnSpPr>
        <p:spPr>
          <a:xfrm flipV="1">
            <a:off x="6333368" y="6973448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1" name="Connector 540"/>
          <p:cNvCxnSpPr/>
          <p:nvPr/>
        </p:nvCxnSpPr>
        <p:spPr>
          <a:xfrm flipV="1">
            <a:off x="6380423" y="6910775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2" name="Connector 541"/>
          <p:cNvCxnSpPr/>
          <p:nvPr/>
        </p:nvCxnSpPr>
        <p:spPr>
          <a:xfrm flipV="1">
            <a:off x="6439132" y="6859756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3" name="Connector 542"/>
          <p:cNvCxnSpPr/>
          <p:nvPr/>
        </p:nvCxnSpPr>
        <p:spPr>
          <a:xfrm flipV="1">
            <a:off x="6510691" y="6821587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Oval 543"/>
          <p:cNvSpPr/>
          <p:nvPr/>
        </p:nvSpPr>
        <p:spPr>
          <a:xfrm>
            <a:off x="6951726" y="6846570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5" name="Oval 544"/>
          <p:cNvSpPr/>
          <p:nvPr/>
        </p:nvSpPr>
        <p:spPr>
          <a:xfrm>
            <a:off x="77952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6" name="Oval 545"/>
          <p:cNvSpPr/>
          <p:nvPr/>
        </p:nvSpPr>
        <p:spPr>
          <a:xfrm>
            <a:off x="139674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Oval 546"/>
          <p:cNvSpPr/>
          <p:nvPr/>
        </p:nvSpPr>
        <p:spPr>
          <a:xfrm>
            <a:off x="201396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8" name="Oval 547"/>
          <p:cNvSpPr/>
          <p:nvPr/>
        </p:nvSpPr>
        <p:spPr>
          <a:xfrm>
            <a:off x="263118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Oval 548"/>
          <p:cNvSpPr/>
          <p:nvPr/>
        </p:nvSpPr>
        <p:spPr>
          <a:xfrm>
            <a:off x="324840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0" name="Oval 549"/>
          <p:cNvSpPr/>
          <p:nvPr/>
        </p:nvSpPr>
        <p:spPr>
          <a:xfrm>
            <a:off x="386562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1" name="Oval 550"/>
          <p:cNvSpPr/>
          <p:nvPr/>
        </p:nvSpPr>
        <p:spPr>
          <a:xfrm>
            <a:off x="4482846" y="729919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2" name="Oval 551"/>
          <p:cNvSpPr/>
          <p:nvPr/>
        </p:nvSpPr>
        <p:spPr>
          <a:xfrm>
            <a:off x="5100066" y="7299198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3" name="Oval 552"/>
          <p:cNvSpPr/>
          <p:nvPr/>
        </p:nvSpPr>
        <p:spPr>
          <a:xfrm>
            <a:off x="5717286" y="7299198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54" name="Connector 553"/>
          <p:cNvCxnSpPr/>
          <p:nvPr/>
        </p:nvCxnSpPr>
        <p:spPr>
          <a:xfrm flipV="1">
            <a:off x="5683377" y="7503033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5" name="Connector 554"/>
          <p:cNvCxnSpPr/>
          <p:nvPr/>
        </p:nvCxnSpPr>
        <p:spPr>
          <a:xfrm flipV="1">
            <a:off x="5716148" y="7426076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6" name="Connector 555"/>
          <p:cNvCxnSpPr/>
          <p:nvPr/>
        </p:nvCxnSpPr>
        <p:spPr>
          <a:xfrm flipV="1">
            <a:off x="5763203" y="7363403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7" name="Connector 556"/>
          <p:cNvCxnSpPr/>
          <p:nvPr/>
        </p:nvCxnSpPr>
        <p:spPr>
          <a:xfrm flipV="1">
            <a:off x="5821912" y="7312384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8" name="Connector 557"/>
          <p:cNvCxnSpPr/>
          <p:nvPr/>
        </p:nvCxnSpPr>
        <p:spPr>
          <a:xfrm flipV="1">
            <a:off x="5893471" y="7274215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9" name="Oval 558"/>
          <p:cNvSpPr/>
          <p:nvPr/>
        </p:nvSpPr>
        <p:spPr>
          <a:xfrm>
            <a:off x="633450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Oval 559"/>
          <p:cNvSpPr/>
          <p:nvPr/>
        </p:nvSpPr>
        <p:spPr>
          <a:xfrm>
            <a:off x="6951726" y="7299198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1" name="Oval 560"/>
          <p:cNvSpPr/>
          <p:nvPr/>
        </p:nvSpPr>
        <p:spPr>
          <a:xfrm>
            <a:off x="77952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2" name="Oval 561"/>
          <p:cNvSpPr/>
          <p:nvPr/>
        </p:nvSpPr>
        <p:spPr>
          <a:xfrm>
            <a:off x="1396746" y="7751825"/>
            <a:ext cx="374904" cy="374904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63" name="Connector 562"/>
          <p:cNvCxnSpPr/>
          <p:nvPr/>
        </p:nvCxnSpPr>
        <p:spPr>
          <a:xfrm flipV="1">
            <a:off x="1362837" y="7955661"/>
            <a:ext cx="204977" cy="20497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4" name="Connector 563"/>
          <p:cNvCxnSpPr/>
          <p:nvPr/>
        </p:nvCxnSpPr>
        <p:spPr>
          <a:xfrm flipV="1">
            <a:off x="1395608" y="7878704"/>
            <a:ext cx="249163" cy="24916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5" name="Connector 564"/>
          <p:cNvCxnSpPr/>
          <p:nvPr/>
        </p:nvCxnSpPr>
        <p:spPr>
          <a:xfrm flipV="1">
            <a:off x="1442663" y="7816031"/>
            <a:ext cx="264781" cy="26478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6" name="Connector 565"/>
          <p:cNvCxnSpPr/>
          <p:nvPr/>
        </p:nvCxnSpPr>
        <p:spPr>
          <a:xfrm flipV="1">
            <a:off x="1501372" y="7765012"/>
            <a:ext cx="257091" cy="25709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7" name="Connector 566"/>
          <p:cNvCxnSpPr/>
          <p:nvPr/>
        </p:nvCxnSpPr>
        <p:spPr>
          <a:xfrm flipV="1">
            <a:off x="1572931" y="7726843"/>
            <a:ext cx="223701" cy="22370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Oval 567"/>
          <p:cNvSpPr/>
          <p:nvPr/>
        </p:nvSpPr>
        <p:spPr>
          <a:xfrm>
            <a:off x="201396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9" name="Oval 568"/>
          <p:cNvSpPr/>
          <p:nvPr/>
        </p:nvSpPr>
        <p:spPr>
          <a:xfrm>
            <a:off x="263118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0" name="Oval 569"/>
          <p:cNvSpPr/>
          <p:nvPr/>
        </p:nvSpPr>
        <p:spPr>
          <a:xfrm>
            <a:off x="324840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1" name="Oval 570"/>
          <p:cNvSpPr/>
          <p:nvPr/>
        </p:nvSpPr>
        <p:spPr>
          <a:xfrm>
            <a:off x="386562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2" name="Oval 571"/>
          <p:cNvSpPr/>
          <p:nvPr/>
        </p:nvSpPr>
        <p:spPr>
          <a:xfrm>
            <a:off x="448284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3" name="Oval 572"/>
          <p:cNvSpPr/>
          <p:nvPr/>
        </p:nvSpPr>
        <p:spPr>
          <a:xfrm>
            <a:off x="510006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4" name="Oval 573"/>
          <p:cNvSpPr/>
          <p:nvPr/>
        </p:nvSpPr>
        <p:spPr>
          <a:xfrm>
            <a:off x="5717286" y="7751825"/>
            <a:ext cx="374904" cy="374904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5" name="Oval 574"/>
          <p:cNvSpPr/>
          <p:nvPr/>
        </p:nvSpPr>
        <p:spPr>
          <a:xfrm>
            <a:off x="6334506" y="7751825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6" name="Oval 575"/>
          <p:cNvSpPr/>
          <p:nvPr/>
        </p:nvSpPr>
        <p:spPr>
          <a:xfrm>
            <a:off x="6951726" y="7751825"/>
            <a:ext cx="374904" cy="374904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7" name="Rectangle 576"/>
          <p:cNvSpPr/>
          <p:nvPr/>
        </p:nvSpPr>
        <p:spPr>
          <a:xfrm>
            <a:off x="45720" y="8165592"/>
            <a:ext cx="612648" cy="4526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>
                <a:solidFill>
                  <a:srgbClr val="141414"/>
                </a:solidFill>
                <a:latin typeface="Times New Roman"/>
              </a:rPr>
              <a:t>n</a:t>
            </a:r>
          </a:p>
        </p:txBody>
      </p:sp>
      <p:sp>
        <p:nvSpPr>
          <p:cNvPr id="578" name="Rectangle 577"/>
          <p:cNvSpPr/>
          <p:nvPr/>
        </p:nvSpPr>
        <p:spPr>
          <a:xfrm>
            <a:off x="658368" y="8165592"/>
            <a:ext cx="617220" cy="452628"/>
          </a:xfrm>
          <a:prstGeom prst="rect">
            <a:avLst/>
          </a:prstGeom>
          <a:solidFill>
            <a:srgbClr val="E8E8E8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ET</a:t>
            </a:r>
          </a:p>
        </p:txBody>
      </p:sp>
      <p:sp>
        <p:nvSpPr>
          <p:cNvPr id="579" name="Rectangle 578"/>
          <p:cNvSpPr/>
          <p:nvPr/>
        </p:nvSpPr>
        <p:spPr>
          <a:xfrm>
            <a:off x="1275588" y="8165592"/>
            <a:ext cx="617220" cy="452628"/>
          </a:xfrm>
          <a:prstGeom prst="rect">
            <a:avLst/>
          </a:prstGeom>
          <a:solidFill>
            <a:srgbClr val="E8E8E8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Prec</a:t>
            </a:r>
          </a:p>
        </p:txBody>
      </p:sp>
      <p:sp>
        <p:nvSpPr>
          <p:cNvPr id="580" name="Rectangle 579"/>
          <p:cNvSpPr/>
          <p:nvPr/>
        </p:nvSpPr>
        <p:spPr>
          <a:xfrm>
            <a:off x="1892808" y="8165592"/>
            <a:ext cx="617220" cy="452628"/>
          </a:xfrm>
          <a:prstGeom prst="rect">
            <a:avLst/>
          </a:prstGeom>
          <a:solidFill>
            <a:srgbClr val="E8E8E8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PET</a:t>
            </a:r>
          </a:p>
        </p:txBody>
      </p:sp>
      <p:sp>
        <p:nvSpPr>
          <p:cNvPr id="581" name="Rectangle 580"/>
          <p:cNvSpPr/>
          <p:nvPr/>
        </p:nvSpPr>
        <p:spPr>
          <a:xfrm>
            <a:off x="2510028" y="8165592"/>
            <a:ext cx="617220" cy="452628"/>
          </a:xfrm>
          <a:prstGeom prst="rect">
            <a:avLst/>
          </a:prstGeom>
          <a:solidFill>
            <a:srgbClr val="E8E8E8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Tmax</a:t>
            </a:r>
          </a:p>
        </p:txBody>
      </p:sp>
      <p:sp>
        <p:nvSpPr>
          <p:cNvPr id="582" name="Rectangle 581"/>
          <p:cNvSpPr/>
          <p:nvPr/>
        </p:nvSpPr>
        <p:spPr>
          <a:xfrm>
            <a:off x="3127248" y="8165592"/>
            <a:ext cx="617220" cy="452628"/>
          </a:xfrm>
          <a:prstGeom prst="rect">
            <a:avLst/>
          </a:prstGeom>
          <a:solidFill>
            <a:srgbClr val="E8E8E8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Tmin</a:t>
            </a:r>
          </a:p>
        </p:txBody>
      </p:sp>
      <p:sp>
        <p:nvSpPr>
          <p:cNvPr id="583" name="Rectangle 582"/>
          <p:cNvSpPr/>
          <p:nvPr/>
        </p:nvSpPr>
        <p:spPr>
          <a:xfrm>
            <a:off x="3744468" y="8165592"/>
            <a:ext cx="617220" cy="452628"/>
          </a:xfrm>
          <a:prstGeom prst="rect">
            <a:avLst/>
          </a:prstGeom>
          <a:solidFill>
            <a:srgbClr val="E8E8E8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Tmean</a:t>
            </a:r>
          </a:p>
        </p:txBody>
      </p:sp>
      <p:sp>
        <p:nvSpPr>
          <p:cNvPr id="584" name="Rectangle 583"/>
          <p:cNvSpPr/>
          <p:nvPr/>
        </p:nvSpPr>
        <p:spPr>
          <a:xfrm>
            <a:off x="4361688" y="8165592"/>
            <a:ext cx="617220" cy="452628"/>
          </a:xfrm>
          <a:prstGeom prst="rect">
            <a:avLst/>
          </a:prstGeom>
          <a:solidFill>
            <a:srgbClr val="C9C9C9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AO</a:t>
            </a:r>
          </a:p>
        </p:txBody>
      </p:sp>
      <p:sp>
        <p:nvSpPr>
          <p:cNvPr id="585" name="Rectangle 584"/>
          <p:cNvSpPr/>
          <p:nvPr/>
        </p:nvSpPr>
        <p:spPr>
          <a:xfrm>
            <a:off x="4978908" y="8165592"/>
            <a:ext cx="617220" cy="452628"/>
          </a:xfrm>
          <a:prstGeom prst="rect">
            <a:avLst/>
          </a:prstGeom>
          <a:solidFill>
            <a:srgbClr val="C9C9C9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NAO</a:t>
            </a:r>
          </a:p>
        </p:txBody>
      </p:sp>
      <p:sp>
        <p:nvSpPr>
          <p:cNvPr id="586" name="Rectangle 585"/>
          <p:cNvSpPr/>
          <p:nvPr/>
        </p:nvSpPr>
        <p:spPr>
          <a:xfrm>
            <a:off x="5596128" y="8165592"/>
            <a:ext cx="617220" cy="452628"/>
          </a:xfrm>
          <a:prstGeom prst="rect">
            <a:avLst/>
          </a:prstGeom>
          <a:solidFill>
            <a:srgbClr val="C9C9C9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PNA</a:t>
            </a:r>
          </a:p>
        </p:txBody>
      </p:sp>
      <p:sp>
        <p:nvSpPr>
          <p:cNvPr id="587" name="Rectangle 586"/>
          <p:cNvSpPr/>
          <p:nvPr/>
        </p:nvSpPr>
        <p:spPr>
          <a:xfrm>
            <a:off x="6213348" y="8165592"/>
            <a:ext cx="617220" cy="452628"/>
          </a:xfrm>
          <a:prstGeom prst="rect">
            <a:avLst/>
          </a:prstGeom>
          <a:solidFill>
            <a:srgbClr val="A9A9A9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SM</a:t>
            </a:r>
          </a:p>
        </p:txBody>
      </p:sp>
      <p:sp>
        <p:nvSpPr>
          <p:cNvPr id="588" name="Rectangle 587"/>
          <p:cNvSpPr/>
          <p:nvPr/>
        </p:nvSpPr>
        <p:spPr>
          <a:xfrm>
            <a:off x="6830568" y="8165592"/>
            <a:ext cx="617220" cy="452628"/>
          </a:xfrm>
          <a:prstGeom prst="rect">
            <a:avLst/>
          </a:prstGeom>
          <a:solidFill>
            <a:srgbClr val="A9A9A9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50">
                <a:solidFill>
                  <a:srgbClr val="141414"/>
                </a:solidFill>
                <a:latin typeface="Times New Roman"/>
              </a:rPr>
              <a:t>Wind</a:t>
            </a:r>
          </a:p>
        </p:txBody>
      </p:sp>
      <p:sp>
        <p:nvSpPr>
          <p:cNvPr id="589" name="Rectangle 588"/>
          <p:cNvSpPr/>
          <p:nvPr/>
        </p:nvSpPr>
        <p:spPr>
          <a:xfrm>
            <a:off x="7447788" y="8165592"/>
            <a:ext cx="603504" cy="452628"/>
          </a:xfrm>
          <a:prstGeom prst="rect">
            <a:avLst/>
          </a:prstGeom>
          <a:solidFill>
            <a:srgbClr val="FFFFFF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>
                <a:solidFill>
                  <a:srgbClr val="141414"/>
                </a:solidFill>
                <a:latin typeface="Times New Roman"/>
              </a:rPr>
              <a:t>PCs</a:t>
            </a:r>
          </a:p>
        </p:txBody>
      </p:sp>
      <p:sp>
        <p:nvSpPr>
          <p:cNvPr id="590" name="Oval 589"/>
          <p:cNvSpPr/>
          <p:nvPr/>
        </p:nvSpPr>
        <p:spPr>
          <a:xfrm>
            <a:off x="18288" y="9098280"/>
            <a:ext cx="457200" cy="457200"/>
          </a:xfrm>
          <a:prstGeom prst="ellipse">
            <a:avLst/>
          </a:prstGeom>
          <a:solidFill>
            <a:srgbClr val="141414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1" name="Oval 590"/>
          <p:cNvSpPr/>
          <p:nvPr/>
        </p:nvSpPr>
        <p:spPr>
          <a:xfrm>
            <a:off x="2697480" y="9098280"/>
            <a:ext cx="457200" cy="457200"/>
          </a:xfrm>
          <a:prstGeom prst="ellipse">
            <a:avLst/>
          </a:prstGeom>
          <a:solidFill>
            <a:srgbClr val="FFFFFF"/>
          </a:solidFill>
          <a:ln w="1651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92" name="Connector 591"/>
          <p:cNvCxnSpPr/>
          <p:nvPr/>
        </p:nvCxnSpPr>
        <p:spPr>
          <a:xfrm flipV="1">
            <a:off x="2669136" y="9307680"/>
            <a:ext cx="276143" cy="27614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3" name="Connector 592"/>
          <p:cNvCxnSpPr/>
          <p:nvPr/>
        </p:nvCxnSpPr>
        <p:spPr>
          <a:xfrm flipV="1">
            <a:off x="2706893" y="9235709"/>
            <a:ext cx="310357" cy="31035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4" name="Connector 593"/>
          <p:cNvCxnSpPr/>
          <p:nvPr/>
        </p:nvCxnSpPr>
        <p:spPr>
          <a:xfrm flipV="1">
            <a:off x="2755420" y="9174508"/>
            <a:ext cx="323031" cy="323031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5" name="Connector 594"/>
          <p:cNvCxnSpPr/>
          <p:nvPr/>
        </p:nvCxnSpPr>
        <p:spPr>
          <a:xfrm flipV="1">
            <a:off x="2813421" y="9122781"/>
            <a:ext cx="316757" cy="316757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6" name="Connector 595"/>
          <p:cNvCxnSpPr/>
          <p:nvPr/>
        </p:nvCxnSpPr>
        <p:spPr>
          <a:xfrm flipV="1">
            <a:off x="2881507" y="9081139"/>
            <a:ext cx="290313" cy="290313"/>
          </a:xfrm>
          <a:prstGeom prst="line">
            <a:avLst/>
          </a:prstGeom>
          <a:ln w="10160">
            <a:solidFill>
              <a:srgbClr val="14141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7" name="Oval 596"/>
          <p:cNvSpPr/>
          <p:nvPr/>
        </p:nvSpPr>
        <p:spPr>
          <a:xfrm>
            <a:off x="5532120" y="9098280"/>
            <a:ext cx="457200" cy="457200"/>
          </a:xfrm>
          <a:prstGeom prst="ellipse">
            <a:avLst/>
          </a:prstGeom>
          <a:solidFill>
            <a:srgbClr val="A0A0A0"/>
          </a:solidFill>
          <a:ln w="1397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8" name="Rectangle 597"/>
          <p:cNvSpPr/>
          <p:nvPr/>
        </p:nvSpPr>
        <p:spPr>
          <a:xfrm>
            <a:off x="18288" y="10222992"/>
            <a:ext cx="429768" cy="329184"/>
          </a:xfrm>
          <a:prstGeom prst="rect">
            <a:avLst/>
          </a:prstGeom>
          <a:solidFill>
            <a:srgbClr val="E8E8E8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9" name="Rectangle 598"/>
          <p:cNvSpPr/>
          <p:nvPr/>
        </p:nvSpPr>
        <p:spPr>
          <a:xfrm>
            <a:off x="2706624" y="10222992"/>
            <a:ext cx="429768" cy="329184"/>
          </a:xfrm>
          <a:prstGeom prst="rect">
            <a:avLst/>
          </a:prstGeom>
          <a:solidFill>
            <a:srgbClr val="C9C9C9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0" name="Rectangle 599"/>
          <p:cNvSpPr/>
          <p:nvPr/>
        </p:nvSpPr>
        <p:spPr>
          <a:xfrm>
            <a:off x="5541264" y="10222992"/>
            <a:ext cx="429768" cy="329184"/>
          </a:xfrm>
          <a:prstGeom prst="rect">
            <a:avLst/>
          </a:prstGeom>
          <a:solidFill>
            <a:srgbClr val="A9A9A9"/>
          </a:solidFill>
          <a:ln w="12700"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
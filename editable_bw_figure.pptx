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789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" y="27432"/>
            <a:ext cx="8174736" cy="107259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6200000">
            <a:off x="658368" y="256032"/>
            <a:ext cx="658368" cy="1316736"/>
          </a:xfrm>
          <a:prstGeom prst="rect">
            <a:avLst/>
          </a:prstGeom>
          <a:solidFill>
            <a:srgbClr val="CDCDCD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SPEI−30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2944" y="256032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PC1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2944" y="694944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PC2</a:t>
            </a:r>
          </a:p>
        </p:txBody>
      </p:sp>
      <p:sp>
        <p:nvSpPr>
          <p:cNvPr id="6" name="Rectangle 5"/>
          <p:cNvSpPr/>
          <p:nvPr/>
        </p:nvSpPr>
        <p:spPr>
          <a:xfrm>
            <a:off x="7552944" y="1133856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PC3</a:t>
            </a:r>
          </a:p>
        </p:txBody>
      </p:sp>
      <p:sp>
        <p:nvSpPr>
          <p:cNvPr id="7" name="Rectangle 6"/>
          <p:cNvSpPr/>
          <p:nvPr/>
        </p:nvSpPr>
        <p:spPr>
          <a:xfrm rot="16200000">
            <a:off x="658368" y="1572768"/>
            <a:ext cx="658368" cy="1316736"/>
          </a:xfrm>
          <a:prstGeom prst="rect">
            <a:avLst/>
          </a:prstGeom>
          <a:solidFill>
            <a:srgbClr val="CDCDCD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SPEI−60</a:t>
            </a:r>
          </a:p>
        </p:txBody>
      </p:sp>
      <p:sp>
        <p:nvSpPr>
          <p:cNvPr id="8" name="Rectangle 7"/>
          <p:cNvSpPr/>
          <p:nvPr/>
        </p:nvSpPr>
        <p:spPr>
          <a:xfrm>
            <a:off x="7552944" y="1572768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PC1</a:t>
            </a:r>
          </a:p>
        </p:txBody>
      </p:sp>
      <p:sp>
        <p:nvSpPr>
          <p:cNvPr id="9" name="Rectangle 8"/>
          <p:cNvSpPr/>
          <p:nvPr/>
        </p:nvSpPr>
        <p:spPr>
          <a:xfrm>
            <a:off x="7552944" y="2011680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52944" y="2450591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PC3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658368" y="2889504"/>
            <a:ext cx="658368" cy="1316736"/>
          </a:xfrm>
          <a:prstGeom prst="rect">
            <a:avLst/>
          </a:prstGeom>
          <a:solidFill>
            <a:srgbClr val="CDCDCD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SPEI−90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52944" y="2889504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52944" y="3328416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52944" y="3767328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PC3</a:t>
            </a:r>
          </a:p>
        </p:txBody>
      </p:sp>
      <p:sp>
        <p:nvSpPr>
          <p:cNvPr id="15" name="Rectangle 14"/>
          <p:cNvSpPr/>
          <p:nvPr/>
        </p:nvSpPr>
        <p:spPr>
          <a:xfrm rot="16200000">
            <a:off x="658368" y="4206240"/>
            <a:ext cx="658368" cy="1316736"/>
          </a:xfrm>
          <a:prstGeom prst="rect">
            <a:avLst/>
          </a:prstGeom>
          <a:solidFill>
            <a:srgbClr val="CDCDCD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SPEI−180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52944" y="4206240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4645152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52944" y="5084064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PC3</a:t>
            </a:r>
          </a:p>
        </p:txBody>
      </p:sp>
      <p:sp>
        <p:nvSpPr>
          <p:cNvPr id="19" name="Rectangle 18"/>
          <p:cNvSpPr/>
          <p:nvPr/>
        </p:nvSpPr>
        <p:spPr>
          <a:xfrm rot="16200000">
            <a:off x="658368" y="5522976"/>
            <a:ext cx="658368" cy="1316736"/>
          </a:xfrm>
          <a:prstGeom prst="rect">
            <a:avLst/>
          </a:prstGeom>
          <a:solidFill>
            <a:srgbClr val="CDCDCD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SPEI−270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52944" y="5522976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52944" y="5961888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52944" y="6400800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PC3</a:t>
            </a:r>
          </a:p>
        </p:txBody>
      </p:sp>
      <p:sp>
        <p:nvSpPr>
          <p:cNvPr id="23" name="Rectangle 22"/>
          <p:cNvSpPr/>
          <p:nvPr/>
        </p:nvSpPr>
        <p:spPr>
          <a:xfrm rot="16200000">
            <a:off x="658368" y="6839712"/>
            <a:ext cx="658368" cy="1316736"/>
          </a:xfrm>
          <a:prstGeom prst="rect">
            <a:avLst/>
          </a:prstGeom>
          <a:solidFill>
            <a:srgbClr val="CDCDCD"/>
          </a:solidFill>
          <a:ln w="1143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SPEI−360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52944" y="6839712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52944" y="7278623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52944" y="7717536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PC3</a:t>
            </a:r>
          </a:p>
        </p:txBody>
      </p:sp>
      <p:sp>
        <p:nvSpPr>
          <p:cNvPr id="27" name="Oval 26"/>
          <p:cNvSpPr/>
          <p:nvPr/>
        </p:nvSpPr>
        <p:spPr>
          <a:xfrm>
            <a:off x="1440180" y="31546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07108" y="31546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74035" y="31546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40963" y="31546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07891" y="31546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74820" y="31546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41748" y="31546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08675" y="31546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75604" y="31546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42531" y="315468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09460" y="31546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440180" y="75438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007108" y="75438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74035" y="75438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0963" y="75438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07891" y="75438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274820" y="75438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841748" y="75438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408675" y="75438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975604" y="75438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42531" y="75438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109460" y="75438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440180" y="1193292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07108" y="1193292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574035" y="1193292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140963" y="1193292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707891" y="1193292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74820" y="1193292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841748" y="1193292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08675" y="1193292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75604" y="1193292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42531" y="1193292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109460" y="1193292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440180" y="163220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007108" y="163220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574035" y="163220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140963" y="163220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707891" y="163220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74820" y="163220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841748" y="163220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408675" y="163220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975604" y="163220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42531" y="1632204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109460" y="163220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440180" y="207111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007108" y="207111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574035" y="207111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140963" y="207111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707891" y="207111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274820" y="207111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841748" y="207111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408675" y="207111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975604" y="2071116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542531" y="207111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109460" y="207111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440180" y="2510027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07108" y="2510027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574035" y="2510027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140963" y="2510027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707891" y="2510027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274820" y="2510027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841748" y="2510027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408675" y="2510027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975604" y="2510027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542531" y="2510027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109460" y="2510027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440180" y="294894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007108" y="294894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574035" y="294894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140963" y="294894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707891" y="294894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274820" y="294894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841748" y="294894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408675" y="294894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975604" y="294894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542531" y="294894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109460" y="294894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440180" y="338785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007108" y="338785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574035" y="338785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140963" y="338785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707891" y="338785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274820" y="338785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1748" y="3387851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408675" y="3387851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975604" y="3387851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542531" y="338785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109460" y="3387851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440180" y="382676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007108" y="3826764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574035" y="382676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140963" y="382676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707891" y="382676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274820" y="382676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841748" y="3826764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408675" y="382676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975604" y="3826764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542531" y="382676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109460" y="382676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440180" y="426567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007108" y="426567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574035" y="426567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140963" y="426567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707891" y="426567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274820" y="426567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841748" y="426567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408675" y="426567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975604" y="426567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542531" y="4265676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109460" y="4265676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440180" y="470458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007108" y="470458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2574035" y="470458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140963" y="470458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707891" y="470458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274820" y="470458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841748" y="470458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408675" y="470458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975604" y="4704588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542531" y="470458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109460" y="470458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440180" y="51435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007108" y="51435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574035" y="514350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140963" y="514350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707891" y="514350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274820" y="514350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841748" y="51435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408675" y="514350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5975604" y="514350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542531" y="514350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109460" y="514350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440180" y="5582412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2007108" y="5582412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2574035" y="5582412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3140963" y="5582412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3707891" y="5582412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274820" y="5582412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4841748" y="5582412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5408675" y="5582412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5975604" y="5582412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542531" y="5582412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109460" y="5582412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440180" y="6021324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2007108" y="6021324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574035" y="6021324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140963" y="602132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3707891" y="602132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274820" y="6021324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841748" y="602132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5408675" y="6021324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5975604" y="6021324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6542531" y="6021324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109460" y="6021324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440180" y="646023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007108" y="6460236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2574035" y="646023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3140963" y="646023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707891" y="646023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4274820" y="6460236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4841748" y="646023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5408675" y="646023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5975604" y="646023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542531" y="646023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109460" y="6460236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440180" y="689914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2007108" y="689914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2574035" y="689914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140963" y="689914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707891" y="689914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4274820" y="6899148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4841748" y="689914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5408675" y="689914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5975604" y="689914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6542531" y="6899148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109460" y="6899148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440180" y="733806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007108" y="733806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2574035" y="733806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140963" y="733806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3707891" y="733806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274820" y="733806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841748" y="73380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408675" y="7338060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975604" y="733806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542531" y="733806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7109460" y="7338060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440180" y="777697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007108" y="7776971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2574035" y="777697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140963" y="777697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3707891" y="777697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274820" y="777697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841748" y="777697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408675" y="777697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975604" y="7776971"/>
            <a:ext cx="320040" cy="320040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542531" y="7776971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7109460" y="7776971"/>
            <a:ext cx="320040" cy="3200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58368" y="8156448"/>
            <a:ext cx="65836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n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316736" y="8156448"/>
            <a:ext cx="56692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ET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883664" y="8156448"/>
            <a:ext cx="56692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Prec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2450591" y="8156448"/>
            <a:ext cx="56692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PET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017520" y="8156448"/>
            <a:ext cx="56692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Tmax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3584448" y="8156448"/>
            <a:ext cx="56692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Tmin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4151376" y="8156448"/>
            <a:ext cx="56692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Tmean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4718304" y="8156448"/>
            <a:ext cx="56692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AO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5285231" y="8156448"/>
            <a:ext cx="56692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NAO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852160" y="8156448"/>
            <a:ext cx="56692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PNA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6419088" y="8156448"/>
            <a:ext cx="56692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SM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986016" y="8156448"/>
            <a:ext cx="566928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</a:rPr>
              <a:t>Wind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7552944" y="8156448"/>
            <a:ext cx="576072" cy="438912"/>
          </a:xfrm>
          <a:prstGeom prst="rect">
            <a:avLst/>
          </a:prstGeom>
          <a:solidFill>
            <a:srgbClr val="CDCDCD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PCs</a:t>
            </a:r>
          </a:p>
        </p:txBody>
      </p:sp>
      <p:sp>
        <p:nvSpPr>
          <p:cNvPr id="238" name="Oval 237"/>
          <p:cNvSpPr/>
          <p:nvPr/>
        </p:nvSpPr>
        <p:spPr>
          <a:xfrm>
            <a:off x="777240" y="8778240"/>
            <a:ext cx="310896" cy="3108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170432" y="8741664"/>
            <a:ext cx="187451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icrosoft YaHei"/>
              </a:rPr>
              <a:t>原橙色：黑色实心</a:t>
            </a:r>
          </a:p>
        </p:txBody>
      </p:sp>
      <p:sp>
        <p:nvSpPr>
          <p:cNvPr id="240" name="Oval 239"/>
          <p:cNvSpPr/>
          <p:nvPr/>
        </p:nvSpPr>
        <p:spPr>
          <a:xfrm>
            <a:off x="3200400" y="877824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3593592" y="8741664"/>
            <a:ext cx="187451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icrosoft YaHei"/>
              </a:rPr>
              <a:t>原黄色：白色空心</a:t>
            </a:r>
          </a:p>
        </p:txBody>
      </p:sp>
      <p:sp>
        <p:nvSpPr>
          <p:cNvPr id="242" name="Oval 241"/>
          <p:cNvSpPr/>
          <p:nvPr/>
        </p:nvSpPr>
        <p:spPr>
          <a:xfrm>
            <a:off x="5623559" y="8778240"/>
            <a:ext cx="310896" cy="310896"/>
          </a:xfrm>
          <a:prstGeom prst="ellipse">
            <a:avLst/>
          </a:prstGeom>
          <a:solidFill>
            <a:srgbClr val="CDCDCD"/>
          </a:solidFill>
          <a:ln w="1778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016751" y="8741664"/>
            <a:ext cx="187451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Microsoft YaHei"/>
              </a:rPr>
              <a:t>原绿色：灰色＋虚线边框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40080" y="10287000"/>
            <a:ext cx="70408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icrosoft YaHei"/>
              </a:rPr>
              <a:t>所有圆点、文字与表格均为独立可编辑的 PowerPoint 元素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